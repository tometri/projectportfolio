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2.xml" Id="rId3" /><Relationship Type="http://schemas.openxmlformats.org/officeDocument/2006/relationships/tableStyles" Target="tableStyles.xml" Id="rId7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heme" Target="theme/theme1.xml" Id="rId6" /><Relationship Type="http://schemas.openxmlformats.org/officeDocument/2006/relationships/viewProps" Target="viewProps.xml" Id="rId5" /><Relationship Type="http://schemas.openxmlformats.org/officeDocument/2006/relationships/presProps" Target="presProps.xml" Id="rId4" /><Relationship Type="http://schemas.openxmlformats.org/officeDocument/2006/relationships/customXml" Target="/customXML/item.xml" Id="R99d76e409a864547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C4DE2-38B7-4B20-8110-47A2C850CC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C5DF8-0203-44B0-A53B-ABE8D6EBF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67693-C7C7-4821-9DF4-52AE26535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D7997-30C1-428F-A34A-00068E08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63C79-B74E-4F8D-A8C9-614B8970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04614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42E2-177E-40A1-BDE3-F44037F1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40CE2-64EB-4B81-9181-94E5ACA03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AEE91-C80B-4AB9-93EF-B28B2F86D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14C88-747E-4E18-BA1C-BEA9EE537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D984-95AA-4BD1-9AEA-5F36A7EA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3485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5DFE-7DAE-4497-A3F4-D670DE62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044FA-9FD7-4F42-B880-E25BF0323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4AB38-6D54-468F-A7CA-A6A36785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D0BA0-8AAF-4740-B449-DF26DB29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9D6D2-9D52-4988-8A88-140F44CB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32569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4B1C-5DD8-40D4-8078-9EDAD0B9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46540-9A8F-426B-9E97-32E28FC57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D2F65-8F02-4471-AA2E-668237AF7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BE9DA-941D-4882-B18C-A4352692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5E450-155D-473B-A367-3F284974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9B3-EFD1-48B8-AA9C-CC00B7A15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5203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624E-F906-4537-952B-BEB61D13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10321-2F42-42AF-BE48-53B83256B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C1698-EE9F-45DA-8781-91A69FBD9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DC88A5-163A-4380-B68C-A2D63F9E0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1CBE2-A776-4C1D-B635-AC0B37523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60925-BF9C-4503-B430-49C37D6EC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6D9A7-0139-4FF1-92A9-798CB029F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27038-A5DC-4ED7-B221-B4A3C4FAA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58002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412B4-76C4-4694-B8F8-6FAF9C3D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78BD24-CE50-4CAC-BA0E-526B183D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49E47-5B4B-44D5-BF1B-3AAE9135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2509C-33BE-4DC5-B2D1-051F11D0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2201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C5A4D4-19C2-4D56-B2A4-C092B506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2C3ECE-FE2D-4AB1-8BF4-4D7851E7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77C91-528A-47C4-862D-148DE660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2269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6D84-F245-483D-825E-A1157787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6013-236E-4E20-A6AC-627036E7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D6699-C700-425C-9319-A9F5FACE5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16D1C-40DB-4163-8A7E-0B888289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6127A-4506-4599-8390-B4E06F801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1089D-3724-4A38-AE4C-817ECF43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646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ADC4-156E-43D3-96CF-BA91F52C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FEC91-F4B8-4BB3-ADA2-EBE8D5203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71D99-2310-445C-AD99-350A71704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94475-4893-4FF7-8987-8A3A4603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33FE2-44AC-404E-B087-72C518A5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36B59-1D25-4821-ABB1-703D8789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2893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75D21-8DC4-44D2-9A8A-B5B841C43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C32C2-75E5-426D-8E2A-889C3181F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BE2B2-56E4-4809-8312-907AF911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F498C-6DD4-43DA-A634-0CD40E26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585C2-A8EF-4D84-8EC0-76A24D26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756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82FFD0-B674-4C1C-AF39-CC2B6B2BA1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D937D-09FE-480D-B65A-4A6C776DC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FA6BC-B384-496E-A82B-EA5A8153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F25A0-147D-4DD4-810A-EEF1FD469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6B180-0B9C-4B40-B51F-A1F20AEC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9769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73438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312E3-A832-4BAD-8479-3FAFB25ED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003CB-9A07-4E75-8232-2B621788C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228DF-7B7E-40E3-A9DF-0B6F775A6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4AAD347D-5ACD-4C99-B74B-A9C85AD731AF}" type="datetimeFigureOut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3/21/2018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D2127-4D52-42F0-8970-FDEA396EC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6EE19-AC45-4852-B350-ABFDB1447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457200"/>
            <a:fld id="{D57F1E4F-1CFF-5643-939E-02111984F565}" type="slidenum">
              <a:rPr lang="en-US" smtClean="0">
                <a:solidFill>
                  <a:srgbClr val="146194">
                    <a:lumMod val="50000"/>
                  </a:srgbClr>
                </a:solidFill>
              </a:rPr>
              <a:pPr defTabSz="457200"/>
              <a:t>‹#›</a:t>
            </a:fld>
            <a:endParaRPr lang="en-US" dirty="0">
              <a:solidFill>
                <a:srgbClr val="146194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27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NtCG3o/hP4IxvBT4At/SaQ8rhxbCZj2sIXZGVYB6YGngKco9G45Q6QidJ6aBJTDG08ghEieLCu6xX1nA8qsSh6vEgxEGr3l3-~TuOIwllSghi6kBwNEtDWFg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HvRhZpLpIViW2a/Wd8+H5mgJFgJUr2sZdN7/CvIeBogo94Tt3LwEFBuz9fupUOh5NYh/ziIWyhCBWaRzySZxdYYdybJlu16T-~oAVxiIRMafWeaAdBFbKo1w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North Lights</a:t>
            </a:r>
          </a:p>
        </p:txBody>
      </p:sp>
      <p:sp>
        <p:nvSpPr>
          <p:cNvPr id="3" name="Subtitle 2" descr="QR+JSXpNU45BtTdlMhqyWXP3vD5PEqofJ7ay+rkjwUhbhD2wK9DunMacNKnf4RkUpeIOtZqyDyKN61P7K3Wyr4LxptsJLuaZ-~YfdDCGEFiLGyRQhmsaxaZw==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Nature’s Most Spectacular Light show</a:t>
            </a:r>
          </a:p>
        </p:txBody>
      </p:sp>
    </p:spTree>
    <p:extLst>
      <p:ext uri="{BB962C8B-B14F-4D97-AF65-F5344CB8AC3E}">
        <p14:creationId xmlns:p14="http://schemas.microsoft.com/office/powerpoint/2010/main" val="771467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dbekvCdqofmrHNBuOzD7A3Ci9JuGCOhb19DeKRII0WMiU1sWxtEpLb4FDVsLZIrQPu40mC23UuXf5eh1hsu5ZO1bImYBwNAX-~aHpVQMLF84Lxzccg1U5++g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rXvD1zdx51k+ZyNq7qNGbc57KtOE54MwEyY05NdJW8Zi9HVIA3QjvVYXlFasfU1gXepQHkwFia92ghn+XN5lcfxn2nsJ+Vf5-~vh3SkMnYog+i9KdTX/HRgQ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North Lights Ideal Viewing Conditions</a:t>
            </a:r>
          </a:p>
        </p:txBody>
      </p:sp>
      <p:sp>
        <p:nvSpPr>
          <p:cNvPr id="3" name="Content Placeholder 2" descr="9h5OMIU3P2tK3TqcvO6gVaynNWBQ9WPXNlOiIqz/MCfubJfaKyAF8F/l7o0VF3pDDf65oXDPRyf8cQp0pKO7GLBBb1EcwpRo-~rpoz6SWDeME7VxQ12KAq8w==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time</a:t>
            </a:r>
          </a:p>
          <a:p>
            <a:r>
              <a:rPr lang="en-US" dirty="0"/>
              <a:t>Late fall and early spring</a:t>
            </a:r>
          </a:p>
          <a:p>
            <a:r>
              <a:rPr lang="en-US" dirty="0"/>
              <a:t>Between 10 p.m. and 2 a.m.</a:t>
            </a:r>
          </a:p>
          <a:p>
            <a:r>
              <a:rPr lang="en-US" dirty="0"/>
              <a:t>Fairbanks</a:t>
            </a:r>
          </a:p>
          <a:p>
            <a:pPr lvl="1"/>
            <a:r>
              <a:rPr lang="en-US" dirty="0"/>
              <a:t>Ideal location due to distance from equator</a:t>
            </a:r>
          </a:p>
          <a:p>
            <a:r>
              <a:rPr lang="en-US" dirty="0"/>
              <a:t>Clear skies with little moonlight are ideal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232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.xml.rels>&#65279;<?xml version="1.0" encoding="utf-8"?><Relationships xmlns="http://schemas.openxmlformats.org/package/2006/relationships"><Relationship Type="http://schemas.openxmlformats.org/officeDocument/2006/relationships/customXmlProps" Target="/customXML/itemProps.xml" Id="R0938b4c13fbc49ad" /></Relationships>
</file>

<file path=customXML/item.xml><?xml version="1.0" encoding="utf-8"?>
<project>
  <id>oztlk6xGA8ggj9UVwo74hyuU3C3eZEiFNMWSR5EBiqJx8LRiBe1Wxi/yJr6R+wDmGpAnZilLiOsQEtKdDb0YqAwu6vzLctBU-~T/kTjfsLHQxLHLXQAngbGw==#@#11034602#@#3/21/2018 6:15:42 PM</id>
</project>
</file>

<file path=customXML/itemProps.xml><?xml version="1.0" encoding="utf-8"?>
<ds:datastoreItem xmlns:ds="http://schemas.openxmlformats.org/officedocument/2006/2/customXml" ds:itemID="{C66AC4F1-97D3-4D10-8D07-51E6CC79AD91}">
  <ds:schemaRefs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47</Words>
  <Application>Microsoft Office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The North Lights</vt:lpstr>
      <vt:lpstr>North Lights Ideal Viewing Conditions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North Lights</dc:title>
  <dc:creator>GO! Series</dc:creator>
  <dcterms:created xsi:type="dcterms:W3CDTF">2015-05-17T15:09:35Z</dcterms:created>
  <dcterms:modified xsi:type="dcterms:W3CDTF">2018-03-21T18:15:42Z</dcterms:modified>
</cp:coreProperties>
</file>