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  <p:sldMasterId id="2147483668" r:id="rId3"/>
  </p:sldMasterIdLst>
  <p:sldIdLst>
    <p:sldId id="257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374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viewProps.xml" Id="rId8" /><Relationship Type="http://schemas.openxmlformats.org/officeDocument/2006/relationships/slideMaster" Target="slideMasters/slideMaster3.xml" Id="rId3" /><Relationship Type="http://schemas.openxmlformats.org/officeDocument/2006/relationships/presProps" Target="presProps.xml" Id="rId7" /><Relationship Type="http://schemas.openxmlformats.org/officeDocument/2006/relationships/slideMaster" Target="slideMasters/slideMaster2.xml" Id="rId2" /><Relationship Type="http://schemas.openxmlformats.org/officeDocument/2006/relationships/slideMaster" Target="slideMasters/slideMaster1.xml" Id="rId1" /><Relationship Type="http://schemas.openxmlformats.org/officeDocument/2006/relationships/slide" Target="slides/slide3.xml" Id="rId6" /><Relationship Type="http://schemas.openxmlformats.org/officeDocument/2006/relationships/slide" Target="slides/slide2.xml" Id="rId5" /><Relationship Type="http://schemas.openxmlformats.org/officeDocument/2006/relationships/tableStyles" Target="tableStyles.xml" Id="rId10" /><Relationship Type="http://schemas.openxmlformats.org/officeDocument/2006/relationships/slide" Target="slides/slide1.xml" Id="rId4" /><Relationship Type="http://schemas.openxmlformats.org/officeDocument/2006/relationships/theme" Target="theme/theme1.xml" Id="rId9" /><Relationship Type="http://schemas.openxmlformats.org/officeDocument/2006/relationships/customXml" Target="/customXML/item.xml" Id="Rc1a6c4967da54044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3/28/2021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231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3/28/2021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9466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3/28/2021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9757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3/28/2021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4825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3/28/2021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884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DFF08F-DC6B-4601-B491-B0F83F6DD2DA}" type="datetimeFigureOut"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3/28/2021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AB73BC-B049-4115-A692-8D63A059BFB8}" type="slidenum"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595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Gmatw6SB6RQLOyjChstTGs1F3yIeYsmuAO+lFElNoE8mXyDaWGPYTGIcCTdot0lEuZM9fG1qaoYD41hl973ZIzKi/6/oYt7g-~2HQ39ViweU8QMnMxr5BJkw==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7wmQkueXyKowuKaO3VKBhQwBxV0oaNJT0ZpfwwVvhexpouhXBiPDO/tSSX2m9liaR0YrdCXkF4iyp3AflzQJCH919LYswhAQ-~BIJpKDjvYbeQY7aTV3eRNw==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Alaska Slides</a:t>
            </a:r>
          </a:p>
        </p:txBody>
      </p:sp>
      <p:sp>
        <p:nvSpPr>
          <p:cNvPr id="3" name="Subtitle 2" descr="A8xEbXYvgZmJZpiB841IHYOHa7yHW/8uoPsIizOfMwTjWnVA9QX+62vJSKE0D0MXcMu0xR/In9henkIzJWRMBwGHDIRGd17b-~nvo0mZAfUfkPfe/7PeurvQ==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Global Adventure Travel</a:t>
            </a:r>
          </a:p>
        </p:txBody>
      </p:sp>
    </p:spTree>
    <p:extLst>
      <p:ext uri="{BB962C8B-B14F-4D97-AF65-F5344CB8AC3E}">
        <p14:creationId xmlns:p14="http://schemas.microsoft.com/office/powerpoint/2010/main" val="17409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PBKSilhAQg0I6uxDBTl3ZDV9pS9KUpWqxjZzWv+1t32OXVerqyEvQHVRPdm3w5rTmW6HdbdJxykN08zXDvMSh1wUtmok4v/5-~1GSO68UzF+4kCyqWEgGHnA==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vPYmLX1fCyThiXOCq3f9YB/8qE5Tsao7qQz4KkPgkkPIPvBsIOINcWFg3sPqbaEVxD+Pad8s/rcuG2913bO9iyrXAVA9/kuF-~ILwCDq9A+pxFbwLu4HPE3Q==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Aurora Borealis</a:t>
            </a:r>
            <a:endParaRPr lang="en-US" dirty="0"/>
          </a:p>
        </p:txBody>
      </p:sp>
      <p:pic>
        <p:nvPicPr>
          <p:cNvPr id="5" name="Picture Placeholder 4#@#ujAk6M6/U4BI7LLLQTRNKhLyuC9OzRVcavtfGbJHaPMLoN+lWrYCCX4TbVtNdFY1HCoN0PnF20Ff/0rmc3HtzTQszdzfLWSW-~cgF7Uugy2f/hAdFgXaRvcg==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05027" y="1098570"/>
            <a:ext cx="3106346" cy="4660861"/>
          </a:xfrm>
        </p:spPr>
      </p:pic>
      <p:sp>
        <p:nvSpPr>
          <p:cNvPr id="4" name="Text Placeholder 3" descr="byW4cXZE5CgC8JeTWHH8+NKxC1inbUyt+n+kDpLyDa3gH7QUQOrdm+ETFuvEdSRNZd8aISuKqfBSJpyEA0i5FtisGk1GXqb4-~KppWI385HKzB4b/bCSjLfw==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Ribbons of blue, green, pink, and purple luminescence that are caused by the collisions of electrically charged particles in the atmosphere.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232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EyNoHvBwJIaicNt9LyVo8f9vATOR+YlDXfh3ap/TR8JVhHndqY1JSEy8zXsrlRm4ov4qpYe5uA2AUYrxi4cv+GxPSpdb8Gw4-~4rZ7pk1/nyKfOTsUYyFIzw==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 descr="CtKcOAPplDh1H91JA5/M86UaBu22VDISeAuONH5wGRmicsTbZk94ytshu3XoLHgGH9NHYq7bNQkZI5fh6SqPyUquuYcFeEE0-~Tq/qeowSnUfL4MycpvpP9A==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Viewing the Lights from Fairbanks</a:t>
            </a:r>
            <a:endParaRPr lang="en-US" dirty="0"/>
          </a:p>
        </p:txBody>
      </p:sp>
      <p:sp>
        <p:nvSpPr>
          <p:cNvPr id="17" name="Content Placeholder 16" descr="VLXiY2cCBxOu7d+Csi4ppN1sR+t2ayveObcXRbcfH31gRZo4eDLWSn+fpZHXCuhV7kRb8elVAni9s7yePxiMMZlt1jGb/+26-~oj16vLkVJw7TlKvWUa/xcQ==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Cleary Summit</a:t>
            </a:r>
          </a:p>
          <a:p>
            <a:r>
              <a:rPr lang="en-US"/>
              <a:t>Chena Lakes Recreation Area</a:t>
            </a:r>
          </a:p>
          <a:p>
            <a:r>
              <a:rPr lang="en-US"/>
              <a:t>Steese Highway</a:t>
            </a:r>
          </a:p>
          <a:p>
            <a:r>
              <a:rPr lang="en-US"/>
              <a:t>Ester Dome</a:t>
            </a:r>
            <a:endParaRPr lang="en-US" dirty="0"/>
          </a:p>
        </p:txBody>
      </p:sp>
      <p:sp>
        <p:nvSpPr>
          <p:cNvPr id="2" name="Content Placeholder 1" descr="IMD6py6c+vRgq/OpV8tN9QbuabZdd3HkpFuNOn1YtXPqUBXy6n+yfCbXPWgeROeiej4x3+xq8gfbBY+NLPMk+VKhZWqUWdHv-~vENrAMqGxMZahrkl0s7k1w==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96592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3_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3.xml><?xml version="1.0" encoding="utf-8"?>
<a:theme xmlns:a="http://schemas.openxmlformats.org/drawingml/2006/main" name="4_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customXML/_rels/item.xml.rels>&#65279;<?xml version="1.0" encoding="utf-8"?><Relationships xmlns="http://schemas.openxmlformats.org/package/2006/relationships"><Relationship Type="http://schemas.openxmlformats.org/officeDocument/2006/relationships/customXmlProps" Target="/customXML/itemProps.xml" Id="R48ec3a5b246a41e9" /></Relationships>
</file>

<file path=customXML/item.xml><?xml version="1.0" encoding="utf-8"?>
<project>
  <id>s1GAl/9Xss8gYToyjxCOEgRgdVmgXydFr1360jM0aUP727PPY4TsfQnOGGFKefQzz1j23OQtgiYZfPSYPhZj3vNFNw7Udb8a-~Ka5vrW+UfFAGtjomZ/b5Ig==#@#11034602#@#3/28/2021 5:26:18 PM</id>
</project>
</file>

<file path=customXML/itemProps.xml><?xml version="1.0" encoding="utf-8"?>
<ds:datastoreItem xmlns:ds="http://schemas.openxmlformats.org/officedocument/2006/2/customXml" ds:itemID="{C66AC4F1-97D3-4D10-8D07-51E6CC79AD91}">
  <ds:schemaRefs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48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Corbel</vt:lpstr>
      <vt:lpstr>Basis</vt:lpstr>
      <vt:lpstr>3_Basis</vt:lpstr>
      <vt:lpstr>4_Basis</vt:lpstr>
      <vt:lpstr>Alaska Slides</vt:lpstr>
      <vt:lpstr>The Aurora Borealis</vt:lpstr>
      <vt:lpstr>Viewing the Lights from Fairbanks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Wildlife and Excursion Photos</dc:title>
  <dc:creator>GO! Series</dc:creator>
  <dcterms:created xsi:type="dcterms:W3CDTF">2015-05-17T15:10:28Z</dcterms:created>
  <dcterms:modified xsi:type="dcterms:W3CDTF">2021-03-28T17:26:18Z</dcterms:modified>
</cp:coreProperties>
</file>