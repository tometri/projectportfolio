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86" r:id="rId6"/>
    <p:sldId id="257" r:id="rId7"/>
    <p:sldId id="261" r:id="rId8"/>
    <p:sldId id="262" r:id="rId9"/>
    <p:sldId id="263" r:id="rId10"/>
    <p:sldId id="258" r:id="rId11"/>
    <p:sldId id="259" r:id="rId12"/>
    <p:sldId id="260" r:id="rId13"/>
    <p:sldId id="264" r:id="rId14"/>
    <p:sldId id="265" r:id="rId15"/>
    <p:sldId id="267" r:id="rId16"/>
    <p:sldId id="266" r:id="rId17"/>
    <p:sldId id="269" r:id="rId18"/>
    <p:sldId id="270" r:id="rId19"/>
    <p:sldId id="271" r:id="rId20"/>
    <p:sldId id="272" r:id="rId21"/>
    <p:sldId id="273" r:id="rId22"/>
    <p:sldId id="275" r:id="rId23"/>
    <p:sldId id="289" r:id="rId24"/>
    <p:sldId id="281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87" r:id="rId35"/>
    <p:sldId id="290" r:id="rId36"/>
    <p:sldId id="288" r:id="rId37"/>
    <p:sldId id="29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1a99621e-78e1-4542-bebd-b614a66eedc8" providerId="ADAL" clId="{A4B8C2FD-E543-4764-B27E-A61D20239F7C}"/>
    <pc:docChg chg="custSel modSld">
      <pc:chgData name="Robin Carraway" userId="1a99621e-78e1-4542-bebd-b614a66eedc8" providerId="ADAL" clId="{A4B8C2FD-E543-4764-B27E-A61D20239F7C}" dt="2026-01-15T17:49:05.355" v="676" actId="207"/>
      <pc:docMkLst>
        <pc:docMk/>
      </pc:docMkLst>
      <pc:sldChg chg="modSp">
        <pc:chgData name="Robin Carraway" userId="1a99621e-78e1-4542-bebd-b614a66eedc8" providerId="ADAL" clId="{A4B8C2FD-E543-4764-B27E-A61D20239F7C}" dt="2026-01-15T16:50:01.348" v="1" actId="207"/>
        <pc:sldMkLst>
          <pc:docMk/>
          <pc:sldMk cId="1892346392" sldId="257"/>
        </pc:sldMkLst>
        <pc:spChg chg="mod">
          <ac:chgData name="Robin Carraway" userId="1a99621e-78e1-4542-bebd-b614a66eedc8" providerId="ADAL" clId="{A4B8C2FD-E543-4764-B27E-A61D20239F7C}" dt="2026-01-15T16:50:01.348" v="1" actId="207"/>
          <ac:spMkLst>
            <pc:docMk/>
            <pc:sldMk cId="1892346392" sldId="257"/>
            <ac:spMk id="7" creationId="{EC0C3116-DBFF-4008-A70F-667110795E18}"/>
          </ac:spMkLst>
        </pc:spChg>
      </pc:sldChg>
      <pc:sldChg chg="modSp">
        <pc:chgData name="Robin Carraway" userId="1a99621e-78e1-4542-bebd-b614a66eedc8" providerId="ADAL" clId="{A4B8C2FD-E543-4764-B27E-A61D20239F7C}" dt="2026-01-15T16:58:59.576" v="105" actId="6549"/>
        <pc:sldMkLst>
          <pc:docMk/>
          <pc:sldMk cId="2734807234" sldId="258"/>
        </pc:sldMkLst>
        <pc:spChg chg="mod">
          <ac:chgData name="Robin Carraway" userId="1a99621e-78e1-4542-bebd-b614a66eedc8" providerId="ADAL" clId="{A4B8C2FD-E543-4764-B27E-A61D20239F7C}" dt="2026-01-15T16:57:37.450" v="85" actId="1076"/>
          <ac:spMkLst>
            <pc:docMk/>
            <pc:sldMk cId="2734807234" sldId="258"/>
            <ac:spMk id="2" creationId="{2CC7857E-99D4-4204-B30C-1EEA0CB118CC}"/>
          </ac:spMkLst>
        </pc:spChg>
        <pc:spChg chg="mod">
          <ac:chgData name="Robin Carraway" userId="1a99621e-78e1-4542-bebd-b614a66eedc8" providerId="ADAL" clId="{A4B8C2FD-E543-4764-B27E-A61D20239F7C}" dt="2026-01-15T16:58:59.576" v="105" actId="6549"/>
          <ac:spMkLst>
            <pc:docMk/>
            <pc:sldMk cId="2734807234" sldId="258"/>
            <ac:spMk id="3" creationId="{FE2F663D-0E7E-42EE-BFF8-9DCE768C4548}"/>
          </ac:spMkLst>
        </pc:spChg>
      </pc:sldChg>
      <pc:sldChg chg="modSp">
        <pc:chgData name="Robin Carraway" userId="1a99621e-78e1-4542-bebd-b614a66eedc8" providerId="ADAL" clId="{A4B8C2FD-E543-4764-B27E-A61D20239F7C}" dt="2026-01-15T17:00:17.458" v="119" actId="1076"/>
        <pc:sldMkLst>
          <pc:docMk/>
          <pc:sldMk cId="2512291971" sldId="259"/>
        </pc:sldMkLst>
        <pc:spChg chg="mod">
          <ac:chgData name="Robin Carraway" userId="1a99621e-78e1-4542-bebd-b614a66eedc8" providerId="ADAL" clId="{A4B8C2FD-E543-4764-B27E-A61D20239F7C}" dt="2026-01-15T17:00:17.458" v="119" actId="1076"/>
          <ac:spMkLst>
            <pc:docMk/>
            <pc:sldMk cId="2512291971" sldId="259"/>
            <ac:spMk id="2" creationId="{0A5DA85F-7379-45E1-A413-624F84BFE0E5}"/>
          </ac:spMkLst>
        </pc:spChg>
        <pc:spChg chg="mod">
          <ac:chgData name="Robin Carraway" userId="1a99621e-78e1-4542-bebd-b614a66eedc8" providerId="ADAL" clId="{A4B8C2FD-E543-4764-B27E-A61D20239F7C}" dt="2026-01-15T16:59:40.179" v="118" actId="27636"/>
          <ac:spMkLst>
            <pc:docMk/>
            <pc:sldMk cId="2512291971" sldId="259"/>
            <ac:spMk id="3" creationId="{97224712-0BCA-494C-9362-9478166653FB}"/>
          </ac:spMkLst>
        </pc:spChg>
      </pc:sldChg>
      <pc:sldChg chg="modSp">
        <pc:chgData name="Robin Carraway" userId="1a99621e-78e1-4542-bebd-b614a66eedc8" providerId="ADAL" clId="{A4B8C2FD-E543-4764-B27E-A61D20239F7C}" dt="2026-01-15T17:01:54.712" v="142" actId="14100"/>
        <pc:sldMkLst>
          <pc:docMk/>
          <pc:sldMk cId="2599075005" sldId="260"/>
        </pc:sldMkLst>
        <pc:spChg chg="mod">
          <ac:chgData name="Robin Carraway" userId="1a99621e-78e1-4542-bebd-b614a66eedc8" providerId="ADAL" clId="{A4B8C2FD-E543-4764-B27E-A61D20239F7C}" dt="2026-01-15T17:00:27.684" v="121" actId="207"/>
          <ac:spMkLst>
            <pc:docMk/>
            <pc:sldMk cId="2599075005" sldId="260"/>
            <ac:spMk id="2" creationId="{13B526A8-97F5-40EC-9890-3EFA724BCBDA}"/>
          </ac:spMkLst>
        </pc:spChg>
        <pc:spChg chg="mod">
          <ac:chgData name="Robin Carraway" userId="1a99621e-78e1-4542-bebd-b614a66eedc8" providerId="ADAL" clId="{A4B8C2FD-E543-4764-B27E-A61D20239F7C}" dt="2026-01-15T17:01:54.712" v="142" actId="14100"/>
          <ac:spMkLst>
            <pc:docMk/>
            <pc:sldMk cId="2599075005" sldId="260"/>
            <ac:spMk id="3" creationId="{1F537404-1E64-4311-A872-45F33215F903}"/>
          </ac:spMkLst>
        </pc:spChg>
        <pc:picChg chg="mod">
          <ac:chgData name="Robin Carraway" userId="1a99621e-78e1-4542-bebd-b614a66eedc8" providerId="ADAL" clId="{A4B8C2FD-E543-4764-B27E-A61D20239F7C}" dt="2026-01-15T17:01:32.480" v="137" actId="1076"/>
          <ac:picMkLst>
            <pc:docMk/>
            <pc:sldMk cId="2599075005" sldId="260"/>
            <ac:picMk id="6" creationId="{0E2A02CB-7D08-4CA4-B348-9245E5BC4FCB}"/>
          </ac:picMkLst>
        </pc:picChg>
      </pc:sldChg>
      <pc:sldChg chg="modSp modAnim">
        <pc:chgData name="Robin Carraway" userId="1a99621e-78e1-4542-bebd-b614a66eedc8" providerId="ADAL" clId="{A4B8C2FD-E543-4764-B27E-A61D20239F7C}" dt="2026-01-15T16:55:16.519" v="64" actId="1076"/>
        <pc:sldMkLst>
          <pc:docMk/>
          <pc:sldMk cId="526671635" sldId="261"/>
        </pc:sldMkLst>
        <pc:spChg chg="mod">
          <ac:chgData name="Robin Carraway" userId="1a99621e-78e1-4542-bebd-b614a66eedc8" providerId="ADAL" clId="{A4B8C2FD-E543-4764-B27E-A61D20239F7C}" dt="2026-01-15T16:55:16.519" v="64" actId="1076"/>
          <ac:spMkLst>
            <pc:docMk/>
            <pc:sldMk cId="526671635" sldId="261"/>
            <ac:spMk id="3" creationId="{DC713E00-6216-47FC-900C-44192A3C34DA}"/>
          </ac:spMkLst>
        </pc:spChg>
        <pc:spChg chg="mod">
          <ac:chgData name="Robin Carraway" userId="1a99621e-78e1-4542-bebd-b614a66eedc8" providerId="ADAL" clId="{A4B8C2FD-E543-4764-B27E-A61D20239F7C}" dt="2026-01-15T16:54:28.819" v="59" actId="27636"/>
          <ac:spMkLst>
            <pc:docMk/>
            <pc:sldMk cId="526671635" sldId="261"/>
            <ac:spMk id="4" creationId="{4D2A5D7A-4F0D-4E93-913B-5E4E21CB09CD}"/>
          </ac:spMkLst>
        </pc:spChg>
        <pc:picChg chg="mod">
          <ac:chgData name="Robin Carraway" userId="1a99621e-78e1-4542-bebd-b614a66eedc8" providerId="ADAL" clId="{A4B8C2FD-E543-4764-B27E-A61D20239F7C}" dt="2026-01-15T16:54:58.398" v="63" actId="1076"/>
          <ac:picMkLst>
            <pc:docMk/>
            <pc:sldMk cId="526671635" sldId="261"/>
            <ac:picMk id="5" creationId="{E4563137-3A49-4176-900C-7AF14C27F2B1}"/>
          </ac:picMkLst>
        </pc:picChg>
      </pc:sldChg>
      <pc:sldChg chg="modSp">
        <pc:chgData name="Robin Carraway" userId="1a99621e-78e1-4542-bebd-b614a66eedc8" providerId="ADAL" clId="{A4B8C2FD-E543-4764-B27E-A61D20239F7C}" dt="2026-01-15T16:57:12.358" v="82" actId="1076"/>
        <pc:sldMkLst>
          <pc:docMk/>
          <pc:sldMk cId="1258781506" sldId="262"/>
        </pc:sldMkLst>
        <pc:spChg chg="mod">
          <ac:chgData name="Robin Carraway" userId="1a99621e-78e1-4542-bebd-b614a66eedc8" providerId="ADAL" clId="{A4B8C2FD-E543-4764-B27E-A61D20239F7C}" dt="2026-01-15T16:57:12.358" v="82" actId="1076"/>
          <ac:spMkLst>
            <pc:docMk/>
            <pc:sldMk cId="1258781506" sldId="262"/>
            <ac:spMk id="2" creationId="{1418D1E9-D5D3-4C11-B6FA-00BCB2DA21F5}"/>
          </ac:spMkLst>
        </pc:spChg>
        <pc:spChg chg="mod">
          <ac:chgData name="Robin Carraway" userId="1a99621e-78e1-4542-bebd-b614a66eedc8" providerId="ADAL" clId="{A4B8C2FD-E543-4764-B27E-A61D20239F7C}" dt="2026-01-15T16:54:11.357" v="53" actId="403"/>
          <ac:spMkLst>
            <pc:docMk/>
            <pc:sldMk cId="1258781506" sldId="262"/>
            <ac:spMk id="3" creationId="{749D0408-4CAC-4F1E-80DE-B7B0F5294560}"/>
          </ac:spMkLst>
        </pc:spChg>
        <pc:picChg chg="mod">
          <ac:chgData name="Robin Carraway" userId="1a99621e-78e1-4542-bebd-b614a66eedc8" providerId="ADAL" clId="{A4B8C2FD-E543-4764-B27E-A61D20239F7C}" dt="2026-01-15T16:53:17.176" v="43" actId="1076"/>
          <ac:picMkLst>
            <pc:docMk/>
            <pc:sldMk cId="1258781506" sldId="262"/>
            <ac:picMk id="8" creationId="{B0F3E041-BEA4-4CE3-8B67-314C5256DF92}"/>
          </ac:picMkLst>
        </pc:picChg>
      </pc:sldChg>
      <pc:sldChg chg="modSp">
        <pc:chgData name="Robin Carraway" userId="1a99621e-78e1-4542-bebd-b614a66eedc8" providerId="ADAL" clId="{A4B8C2FD-E543-4764-B27E-A61D20239F7C}" dt="2026-01-15T16:57:21.369" v="83" actId="207"/>
        <pc:sldMkLst>
          <pc:docMk/>
          <pc:sldMk cId="1874488995" sldId="263"/>
        </pc:sldMkLst>
        <pc:spChg chg="mod">
          <ac:chgData name="Robin Carraway" userId="1a99621e-78e1-4542-bebd-b614a66eedc8" providerId="ADAL" clId="{A4B8C2FD-E543-4764-B27E-A61D20239F7C}" dt="2026-01-15T16:57:21.369" v="83" actId="207"/>
          <ac:spMkLst>
            <pc:docMk/>
            <pc:sldMk cId="1874488995" sldId="263"/>
            <ac:spMk id="2" creationId="{45E9832C-40EE-4163-85BB-32CB81722B94}"/>
          </ac:spMkLst>
        </pc:spChg>
        <pc:spChg chg="mod">
          <ac:chgData name="Robin Carraway" userId="1a99621e-78e1-4542-bebd-b614a66eedc8" providerId="ADAL" clId="{A4B8C2FD-E543-4764-B27E-A61D20239F7C}" dt="2026-01-15T16:56:52.934" v="81" actId="20577"/>
          <ac:spMkLst>
            <pc:docMk/>
            <pc:sldMk cId="1874488995" sldId="263"/>
            <ac:spMk id="4" creationId="{51B98DFD-8CFA-4876-BD0D-6733FC447B45}"/>
          </ac:spMkLst>
        </pc:spChg>
        <pc:picChg chg="mod">
          <ac:chgData name="Robin Carraway" userId="1a99621e-78e1-4542-bebd-b614a66eedc8" providerId="ADAL" clId="{A4B8C2FD-E543-4764-B27E-A61D20239F7C}" dt="2026-01-15T16:55:54.420" v="70" actId="1076"/>
          <ac:picMkLst>
            <pc:docMk/>
            <pc:sldMk cId="1874488995" sldId="263"/>
            <ac:picMk id="5" creationId="{9319381E-6C82-407C-87A9-03DBD4990FD8}"/>
          </ac:picMkLst>
        </pc:picChg>
      </pc:sldChg>
      <pc:sldChg chg="modSp">
        <pc:chgData name="Robin Carraway" userId="1a99621e-78e1-4542-bebd-b614a66eedc8" providerId="ADAL" clId="{A4B8C2FD-E543-4764-B27E-A61D20239F7C}" dt="2026-01-15T17:03:43.468" v="159" actId="1076"/>
        <pc:sldMkLst>
          <pc:docMk/>
          <pc:sldMk cId="1761582237" sldId="264"/>
        </pc:sldMkLst>
        <pc:spChg chg="mod">
          <ac:chgData name="Robin Carraway" userId="1a99621e-78e1-4542-bebd-b614a66eedc8" providerId="ADAL" clId="{A4B8C2FD-E543-4764-B27E-A61D20239F7C}" dt="2026-01-15T17:02:34.260" v="147" actId="1076"/>
          <ac:spMkLst>
            <pc:docMk/>
            <pc:sldMk cId="1761582237" sldId="264"/>
            <ac:spMk id="2" creationId="{89D928C6-1307-4DF0-B6A8-8E8EC817FF4F}"/>
          </ac:spMkLst>
        </pc:spChg>
        <pc:spChg chg="mod">
          <ac:chgData name="Robin Carraway" userId="1a99621e-78e1-4542-bebd-b614a66eedc8" providerId="ADAL" clId="{A4B8C2FD-E543-4764-B27E-A61D20239F7C}" dt="2026-01-15T17:03:37.535" v="158" actId="14100"/>
          <ac:spMkLst>
            <pc:docMk/>
            <pc:sldMk cId="1761582237" sldId="264"/>
            <ac:spMk id="4" creationId="{523C07AB-8388-4706-AE46-98F09FDCCD3E}"/>
          </ac:spMkLst>
        </pc:spChg>
        <pc:spChg chg="mod">
          <ac:chgData name="Robin Carraway" userId="1a99621e-78e1-4542-bebd-b614a66eedc8" providerId="ADAL" clId="{A4B8C2FD-E543-4764-B27E-A61D20239F7C}" dt="2026-01-15T17:03:43.468" v="159" actId="1076"/>
          <ac:spMkLst>
            <pc:docMk/>
            <pc:sldMk cId="1761582237" sldId="264"/>
            <ac:spMk id="11" creationId="{13F26851-7ED3-4AF2-9570-D10CB45E8613}"/>
          </ac:spMkLst>
        </pc:spChg>
      </pc:sldChg>
      <pc:sldChg chg="modSp">
        <pc:chgData name="Robin Carraway" userId="1a99621e-78e1-4542-bebd-b614a66eedc8" providerId="ADAL" clId="{A4B8C2FD-E543-4764-B27E-A61D20239F7C}" dt="2026-01-15T17:04:09.932" v="162" actId="14100"/>
        <pc:sldMkLst>
          <pc:docMk/>
          <pc:sldMk cId="3775605473" sldId="265"/>
        </pc:sldMkLst>
        <pc:spChg chg="mod">
          <ac:chgData name="Robin Carraway" userId="1a99621e-78e1-4542-bebd-b614a66eedc8" providerId="ADAL" clId="{A4B8C2FD-E543-4764-B27E-A61D20239F7C}" dt="2026-01-15T17:04:09.932" v="162" actId="14100"/>
          <ac:spMkLst>
            <pc:docMk/>
            <pc:sldMk cId="3775605473" sldId="265"/>
            <ac:spMk id="3" creationId="{2C296F1C-2A6F-4BC7-B4DC-A8E161F5AEEB}"/>
          </ac:spMkLst>
        </pc:spChg>
      </pc:sldChg>
      <pc:sldChg chg="modSp">
        <pc:chgData name="Robin Carraway" userId="1a99621e-78e1-4542-bebd-b614a66eedc8" providerId="ADAL" clId="{A4B8C2FD-E543-4764-B27E-A61D20239F7C}" dt="2026-01-15T17:08:36.040" v="188" actId="1076"/>
        <pc:sldMkLst>
          <pc:docMk/>
          <pc:sldMk cId="4155627297" sldId="266"/>
        </pc:sldMkLst>
        <pc:spChg chg="mod">
          <ac:chgData name="Robin Carraway" userId="1a99621e-78e1-4542-bebd-b614a66eedc8" providerId="ADAL" clId="{A4B8C2FD-E543-4764-B27E-A61D20239F7C}" dt="2026-01-15T17:04:41.969" v="166" actId="207"/>
          <ac:spMkLst>
            <pc:docMk/>
            <pc:sldMk cId="4155627297" sldId="266"/>
            <ac:spMk id="2" creationId="{BA475F70-E45A-4B76-A04A-A09C18A27114}"/>
          </ac:spMkLst>
        </pc:spChg>
        <pc:spChg chg="mod">
          <ac:chgData name="Robin Carraway" userId="1a99621e-78e1-4542-bebd-b614a66eedc8" providerId="ADAL" clId="{A4B8C2FD-E543-4764-B27E-A61D20239F7C}" dt="2026-01-15T17:08:36.040" v="188" actId="1076"/>
          <ac:spMkLst>
            <pc:docMk/>
            <pc:sldMk cId="4155627297" sldId="266"/>
            <ac:spMk id="3" creationId="{494744E3-CEF8-4C5A-BC1D-64CF1502E9F5}"/>
          </ac:spMkLst>
        </pc:spChg>
        <pc:spChg chg="mod">
          <ac:chgData name="Robin Carraway" userId="1a99621e-78e1-4542-bebd-b614a66eedc8" providerId="ADAL" clId="{A4B8C2FD-E543-4764-B27E-A61D20239F7C}" dt="2026-01-15T17:07:52.669" v="181" actId="403"/>
          <ac:spMkLst>
            <pc:docMk/>
            <pc:sldMk cId="4155627297" sldId="266"/>
            <ac:spMk id="4" creationId="{997B06A8-9A8B-404A-85D5-952017BFE3B8}"/>
          </ac:spMkLst>
        </pc:spChg>
        <pc:picChg chg="mod">
          <ac:chgData name="Robin Carraway" userId="1a99621e-78e1-4542-bebd-b614a66eedc8" providerId="ADAL" clId="{A4B8C2FD-E543-4764-B27E-A61D20239F7C}" dt="2026-01-15T17:08:26.367" v="187" actId="14100"/>
          <ac:picMkLst>
            <pc:docMk/>
            <pc:sldMk cId="4155627297" sldId="266"/>
            <ac:picMk id="6" creationId="{5A15660E-E86A-6359-929E-326553B8CA2B}"/>
          </ac:picMkLst>
        </pc:picChg>
        <pc:picChg chg="mod modCrop">
          <ac:chgData name="Robin Carraway" userId="1a99621e-78e1-4542-bebd-b614a66eedc8" providerId="ADAL" clId="{A4B8C2FD-E543-4764-B27E-A61D20239F7C}" dt="2026-01-15T17:08:12.887" v="186" actId="732"/>
          <ac:picMkLst>
            <pc:docMk/>
            <pc:sldMk cId="4155627297" sldId="266"/>
            <ac:picMk id="7" creationId="{0479DCDF-FFE5-BEC4-DA22-06B163A2FE81}"/>
          </ac:picMkLst>
        </pc:picChg>
      </pc:sldChg>
      <pc:sldChg chg="modSp">
        <pc:chgData name="Robin Carraway" userId="1a99621e-78e1-4542-bebd-b614a66eedc8" providerId="ADAL" clId="{A4B8C2FD-E543-4764-B27E-A61D20239F7C}" dt="2026-01-15T17:04:34.676" v="165" actId="1076"/>
        <pc:sldMkLst>
          <pc:docMk/>
          <pc:sldMk cId="3560656501" sldId="267"/>
        </pc:sldMkLst>
        <pc:spChg chg="mod">
          <ac:chgData name="Robin Carraway" userId="1a99621e-78e1-4542-bebd-b614a66eedc8" providerId="ADAL" clId="{A4B8C2FD-E543-4764-B27E-A61D20239F7C}" dt="2026-01-15T17:04:31.336" v="164" actId="1076"/>
          <ac:spMkLst>
            <pc:docMk/>
            <pc:sldMk cId="3560656501" sldId="267"/>
            <ac:spMk id="2" creationId="{960C9FDE-C24D-4B2F-94A9-990BAD54BB93}"/>
          </ac:spMkLst>
        </pc:spChg>
        <pc:picChg chg="mod">
          <ac:chgData name="Robin Carraway" userId="1a99621e-78e1-4542-bebd-b614a66eedc8" providerId="ADAL" clId="{A4B8C2FD-E543-4764-B27E-A61D20239F7C}" dt="2026-01-15T17:04:34.676" v="165" actId="1076"/>
          <ac:picMkLst>
            <pc:docMk/>
            <pc:sldMk cId="3560656501" sldId="267"/>
            <ac:picMk id="4" creationId="{E407F6E4-805D-4B63-8800-2C894E0343A2}"/>
          </ac:picMkLst>
        </pc:picChg>
      </pc:sldChg>
      <pc:sldChg chg="modSp">
        <pc:chgData name="Robin Carraway" userId="1a99621e-78e1-4542-bebd-b614a66eedc8" providerId="ADAL" clId="{A4B8C2FD-E543-4764-B27E-A61D20239F7C}" dt="2026-01-15T17:10:01.837" v="201" actId="1076"/>
        <pc:sldMkLst>
          <pc:docMk/>
          <pc:sldMk cId="3477300440" sldId="269"/>
        </pc:sldMkLst>
        <pc:spChg chg="mod">
          <ac:chgData name="Robin Carraway" userId="1a99621e-78e1-4542-bebd-b614a66eedc8" providerId="ADAL" clId="{A4B8C2FD-E543-4764-B27E-A61D20239F7C}" dt="2026-01-15T17:08:50.584" v="189" actId="207"/>
          <ac:spMkLst>
            <pc:docMk/>
            <pc:sldMk cId="3477300440" sldId="269"/>
            <ac:spMk id="2" creationId="{3216F65F-88CF-44C2-8221-1C21A447B05E}"/>
          </ac:spMkLst>
        </pc:spChg>
        <pc:spChg chg="mod">
          <ac:chgData name="Robin Carraway" userId="1a99621e-78e1-4542-bebd-b614a66eedc8" providerId="ADAL" clId="{A4B8C2FD-E543-4764-B27E-A61D20239F7C}" dt="2026-01-15T17:09:46.772" v="199" actId="6549"/>
          <ac:spMkLst>
            <pc:docMk/>
            <pc:sldMk cId="3477300440" sldId="269"/>
            <ac:spMk id="3" creationId="{459AD6C4-C87F-4183-AACC-9379C50F0E31}"/>
          </ac:spMkLst>
        </pc:spChg>
        <pc:spChg chg="mod">
          <ac:chgData name="Robin Carraway" userId="1a99621e-78e1-4542-bebd-b614a66eedc8" providerId="ADAL" clId="{A4B8C2FD-E543-4764-B27E-A61D20239F7C}" dt="2026-01-15T17:10:01.837" v="201" actId="1076"/>
          <ac:spMkLst>
            <pc:docMk/>
            <pc:sldMk cId="3477300440" sldId="269"/>
            <ac:spMk id="4" creationId="{E259E0D4-9595-428A-A185-6A6DD0DB76AA}"/>
          </ac:spMkLst>
        </pc:spChg>
      </pc:sldChg>
      <pc:sldChg chg="modSp modAnim">
        <pc:chgData name="Robin Carraway" userId="1a99621e-78e1-4542-bebd-b614a66eedc8" providerId="ADAL" clId="{A4B8C2FD-E543-4764-B27E-A61D20239F7C}" dt="2026-01-15T17:14:33.493" v="277"/>
        <pc:sldMkLst>
          <pc:docMk/>
          <pc:sldMk cId="1504534253" sldId="270"/>
        </pc:sldMkLst>
        <pc:spChg chg="mod">
          <ac:chgData name="Robin Carraway" userId="1a99621e-78e1-4542-bebd-b614a66eedc8" providerId="ADAL" clId="{A4B8C2FD-E543-4764-B27E-A61D20239F7C}" dt="2026-01-15T17:10:16.229" v="202" actId="207"/>
          <ac:spMkLst>
            <pc:docMk/>
            <pc:sldMk cId="1504534253" sldId="270"/>
            <ac:spMk id="2" creationId="{FBD0D4F3-3913-432F-B03A-891EBCE00B66}"/>
          </ac:spMkLst>
        </pc:spChg>
        <pc:spChg chg="mod">
          <ac:chgData name="Robin Carraway" userId="1a99621e-78e1-4542-bebd-b614a66eedc8" providerId="ADAL" clId="{A4B8C2FD-E543-4764-B27E-A61D20239F7C}" dt="2026-01-15T17:11:48.274" v="228" actId="1076"/>
          <ac:spMkLst>
            <pc:docMk/>
            <pc:sldMk cId="1504534253" sldId="270"/>
            <ac:spMk id="4" creationId="{DE818FBE-B404-4267-B657-47C0A28E70E1}"/>
          </ac:spMkLst>
        </pc:spChg>
      </pc:sldChg>
      <pc:sldChg chg="modSp">
        <pc:chgData name="Robin Carraway" userId="1a99621e-78e1-4542-bebd-b614a66eedc8" providerId="ADAL" clId="{A4B8C2FD-E543-4764-B27E-A61D20239F7C}" dt="2026-01-15T17:13:51.263" v="272" actId="20577"/>
        <pc:sldMkLst>
          <pc:docMk/>
          <pc:sldMk cId="2643982117" sldId="271"/>
        </pc:sldMkLst>
        <pc:spChg chg="mod">
          <ac:chgData name="Robin Carraway" userId="1a99621e-78e1-4542-bebd-b614a66eedc8" providerId="ADAL" clId="{A4B8C2FD-E543-4764-B27E-A61D20239F7C}" dt="2026-01-15T17:12:02.423" v="230" actId="207"/>
          <ac:spMkLst>
            <pc:docMk/>
            <pc:sldMk cId="2643982117" sldId="271"/>
            <ac:spMk id="2" creationId="{FBD0D4F3-3913-432F-B03A-891EBCE00B66}"/>
          </ac:spMkLst>
        </pc:spChg>
        <pc:spChg chg="mod">
          <ac:chgData name="Robin Carraway" userId="1a99621e-78e1-4542-bebd-b614a66eedc8" providerId="ADAL" clId="{A4B8C2FD-E543-4764-B27E-A61D20239F7C}" dt="2026-01-15T17:13:51.263" v="272" actId="20577"/>
          <ac:spMkLst>
            <pc:docMk/>
            <pc:sldMk cId="2643982117" sldId="271"/>
            <ac:spMk id="4" creationId="{DE818FBE-B404-4267-B657-47C0A28E70E1}"/>
          </ac:spMkLst>
        </pc:spChg>
      </pc:sldChg>
      <pc:sldChg chg="modSp">
        <pc:chgData name="Robin Carraway" userId="1a99621e-78e1-4542-bebd-b614a66eedc8" providerId="ADAL" clId="{A4B8C2FD-E543-4764-B27E-A61D20239F7C}" dt="2026-01-15T17:15:47.124" v="292" actId="1076"/>
        <pc:sldMkLst>
          <pc:docMk/>
          <pc:sldMk cId="2156517452" sldId="272"/>
        </pc:sldMkLst>
        <pc:spChg chg="mod">
          <ac:chgData name="Robin Carraway" userId="1a99621e-78e1-4542-bebd-b614a66eedc8" providerId="ADAL" clId="{A4B8C2FD-E543-4764-B27E-A61D20239F7C}" dt="2026-01-15T17:14:47.053" v="278" actId="207"/>
          <ac:spMkLst>
            <pc:docMk/>
            <pc:sldMk cId="2156517452" sldId="272"/>
            <ac:spMk id="2" creationId="{301EBF51-CADB-4ADD-A0BE-B9A17A56D03C}"/>
          </ac:spMkLst>
        </pc:spChg>
        <pc:spChg chg="mod">
          <ac:chgData name="Robin Carraway" userId="1a99621e-78e1-4542-bebd-b614a66eedc8" providerId="ADAL" clId="{A4B8C2FD-E543-4764-B27E-A61D20239F7C}" dt="2026-01-15T17:15:45.204" v="291" actId="14100"/>
          <ac:spMkLst>
            <pc:docMk/>
            <pc:sldMk cId="2156517452" sldId="272"/>
            <ac:spMk id="3" creationId="{56E1E308-74C2-4A08-BEA2-ACDF1C01E737}"/>
          </ac:spMkLst>
        </pc:spChg>
        <pc:picChg chg="mod">
          <ac:chgData name="Robin Carraway" userId="1a99621e-78e1-4542-bebd-b614a66eedc8" providerId="ADAL" clId="{A4B8C2FD-E543-4764-B27E-A61D20239F7C}" dt="2026-01-15T17:15:47.124" v="292" actId="1076"/>
          <ac:picMkLst>
            <pc:docMk/>
            <pc:sldMk cId="2156517452" sldId="272"/>
            <ac:picMk id="7" creationId="{4B1F601D-C1C6-D86E-B582-902843A9E9FA}"/>
          </ac:picMkLst>
        </pc:picChg>
      </pc:sldChg>
      <pc:sldChg chg="modSp">
        <pc:chgData name="Robin Carraway" userId="1a99621e-78e1-4542-bebd-b614a66eedc8" providerId="ADAL" clId="{A4B8C2FD-E543-4764-B27E-A61D20239F7C}" dt="2026-01-15T17:30:37.902" v="360" actId="403"/>
        <pc:sldMkLst>
          <pc:docMk/>
          <pc:sldMk cId="735497150" sldId="273"/>
        </pc:sldMkLst>
        <pc:spChg chg="mod">
          <ac:chgData name="Robin Carraway" userId="1a99621e-78e1-4542-bebd-b614a66eedc8" providerId="ADAL" clId="{A4B8C2FD-E543-4764-B27E-A61D20239F7C}" dt="2026-01-15T17:15:54.876" v="293" actId="207"/>
          <ac:spMkLst>
            <pc:docMk/>
            <pc:sldMk cId="735497150" sldId="273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0:37.902" v="360" actId="403"/>
          <ac:spMkLst>
            <pc:docMk/>
            <pc:sldMk cId="735497150" sldId="273"/>
            <ac:spMk id="4" creationId="{2389932B-FCB1-4A6C-BE7B-6CD4BE651446}"/>
          </ac:spMkLst>
        </pc:spChg>
      </pc:sldChg>
      <pc:sldChg chg="modSp">
        <pc:chgData name="Robin Carraway" userId="1a99621e-78e1-4542-bebd-b614a66eedc8" providerId="ADAL" clId="{A4B8C2FD-E543-4764-B27E-A61D20239F7C}" dt="2026-01-15T17:24:57.147" v="298" actId="403"/>
        <pc:sldMkLst>
          <pc:docMk/>
          <pc:sldMk cId="1295728770" sldId="275"/>
        </pc:sldMkLst>
        <pc:spChg chg="mod">
          <ac:chgData name="Robin Carraway" userId="1a99621e-78e1-4542-bebd-b614a66eedc8" providerId="ADAL" clId="{A4B8C2FD-E543-4764-B27E-A61D20239F7C}" dt="2026-01-15T17:24:03.068" v="296" actId="207"/>
          <ac:spMkLst>
            <pc:docMk/>
            <pc:sldMk cId="1295728770" sldId="275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24:57.147" v="298" actId="403"/>
          <ac:spMkLst>
            <pc:docMk/>
            <pc:sldMk cId="1295728770" sldId="275"/>
            <ac:spMk id="6" creationId="{4216BB27-1766-4A3C-98FE-CAD23F85D756}"/>
          </ac:spMkLst>
        </pc:spChg>
      </pc:sldChg>
      <pc:sldChg chg="modSp">
        <pc:chgData name="Robin Carraway" userId="1a99621e-78e1-4542-bebd-b614a66eedc8" providerId="ADAL" clId="{A4B8C2FD-E543-4764-B27E-A61D20239F7C}" dt="2026-01-15T17:30:59.093" v="363" actId="14100"/>
        <pc:sldMkLst>
          <pc:docMk/>
          <pc:sldMk cId="4191567443" sldId="276"/>
        </pc:sldMkLst>
        <pc:spChg chg="mod">
          <ac:chgData name="Robin Carraway" userId="1a99621e-78e1-4542-bebd-b614a66eedc8" providerId="ADAL" clId="{A4B8C2FD-E543-4764-B27E-A61D20239F7C}" dt="2026-01-15T17:28:05.638" v="319" actId="207"/>
          <ac:spMkLst>
            <pc:docMk/>
            <pc:sldMk cId="4191567443" sldId="276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0:59.093" v="363" actId="14100"/>
          <ac:spMkLst>
            <pc:docMk/>
            <pc:sldMk cId="4191567443" sldId="276"/>
            <ac:spMk id="4" creationId="{E147DE73-4D77-4BFD-A5F5-D2452E82DF8C}"/>
          </ac:spMkLst>
        </pc:spChg>
      </pc:sldChg>
      <pc:sldChg chg="modSp">
        <pc:chgData name="Robin Carraway" userId="1a99621e-78e1-4542-bebd-b614a66eedc8" providerId="ADAL" clId="{A4B8C2FD-E543-4764-B27E-A61D20239F7C}" dt="2026-01-15T17:32:35.520" v="394" actId="20577"/>
        <pc:sldMkLst>
          <pc:docMk/>
          <pc:sldMk cId="1665229242" sldId="277"/>
        </pc:sldMkLst>
        <pc:spChg chg="mod">
          <ac:chgData name="Robin Carraway" userId="1a99621e-78e1-4542-bebd-b614a66eedc8" providerId="ADAL" clId="{A4B8C2FD-E543-4764-B27E-A61D20239F7C}" dt="2026-01-15T17:29:25.614" v="347" actId="207"/>
          <ac:spMkLst>
            <pc:docMk/>
            <pc:sldMk cId="1665229242" sldId="277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2:35.520" v="394" actId="20577"/>
          <ac:spMkLst>
            <pc:docMk/>
            <pc:sldMk cId="1665229242" sldId="277"/>
            <ac:spMk id="6" creationId="{67E64CF6-35D6-47A5-A9A4-F807E2ADB618}"/>
          </ac:spMkLst>
        </pc:spChg>
        <pc:picChg chg="mod">
          <ac:chgData name="Robin Carraway" userId="1a99621e-78e1-4542-bebd-b614a66eedc8" providerId="ADAL" clId="{A4B8C2FD-E543-4764-B27E-A61D20239F7C}" dt="2026-01-15T17:31:24.797" v="365" actId="1076"/>
          <ac:picMkLst>
            <pc:docMk/>
            <pc:sldMk cId="1665229242" sldId="277"/>
            <ac:picMk id="11" creationId="{B401EB80-BD8F-4696-B417-84880E9BA7B4}"/>
          </ac:picMkLst>
        </pc:picChg>
      </pc:sldChg>
      <pc:sldChg chg="modSp">
        <pc:chgData name="Robin Carraway" userId="1a99621e-78e1-4542-bebd-b614a66eedc8" providerId="ADAL" clId="{A4B8C2FD-E543-4764-B27E-A61D20239F7C}" dt="2026-01-15T17:33:33.733" v="401" actId="20577"/>
        <pc:sldMkLst>
          <pc:docMk/>
          <pc:sldMk cId="1673675423" sldId="278"/>
        </pc:sldMkLst>
        <pc:spChg chg="mod">
          <ac:chgData name="Robin Carraway" userId="1a99621e-78e1-4542-bebd-b614a66eedc8" providerId="ADAL" clId="{A4B8C2FD-E543-4764-B27E-A61D20239F7C}" dt="2026-01-15T17:32:56.806" v="395" actId="207"/>
          <ac:spMkLst>
            <pc:docMk/>
            <pc:sldMk cId="1673675423" sldId="278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3:33.733" v="401" actId="20577"/>
          <ac:spMkLst>
            <pc:docMk/>
            <pc:sldMk cId="1673675423" sldId="278"/>
            <ac:spMk id="4" creationId="{FBDE8844-DBA2-4561-8642-902A0694E5EB}"/>
          </ac:spMkLst>
        </pc:spChg>
      </pc:sldChg>
      <pc:sldChg chg="modSp">
        <pc:chgData name="Robin Carraway" userId="1a99621e-78e1-4542-bebd-b614a66eedc8" providerId="ADAL" clId="{A4B8C2FD-E543-4764-B27E-A61D20239F7C}" dt="2026-01-15T17:36:00.113" v="476" actId="403"/>
        <pc:sldMkLst>
          <pc:docMk/>
          <pc:sldMk cId="2999358244" sldId="279"/>
        </pc:sldMkLst>
        <pc:spChg chg="mod">
          <ac:chgData name="Robin Carraway" userId="1a99621e-78e1-4542-bebd-b614a66eedc8" providerId="ADAL" clId="{A4B8C2FD-E543-4764-B27E-A61D20239F7C}" dt="2026-01-15T17:33:41.770" v="402" actId="207"/>
          <ac:spMkLst>
            <pc:docMk/>
            <pc:sldMk cId="2999358244" sldId="279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6:00.113" v="476" actId="403"/>
          <ac:spMkLst>
            <pc:docMk/>
            <pc:sldMk cId="2999358244" sldId="279"/>
            <ac:spMk id="6" creationId="{594DAA64-C7F1-4EA3-9A80-5231D621FF7B}"/>
          </ac:spMkLst>
        </pc:spChg>
        <pc:picChg chg="mod">
          <ac:chgData name="Robin Carraway" userId="1a99621e-78e1-4542-bebd-b614a66eedc8" providerId="ADAL" clId="{A4B8C2FD-E543-4764-B27E-A61D20239F7C}" dt="2026-01-15T17:34:46.173" v="415" actId="1076"/>
          <ac:picMkLst>
            <pc:docMk/>
            <pc:sldMk cId="2999358244" sldId="279"/>
            <ac:picMk id="8" creationId="{362FE5FE-1DF9-407D-8035-0D9F815DED90}"/>
          </ac:picMkLst>
        </pc:picChg>
        <pc:picChg chg="mod">
          <ac:chgData name="Robin Carraway" userId="1a99621e-78e1-4542-bebd-b614a66eedc8" providerId="ADAL" clId="{A4B8C2FD-E543-4764-B27E-A61D20239F7C}" dt="2026-01-15T17:34:47.942" v="416" actId="1076"/>
          <ac:picMkLst>
            <pc:docMk/>
            <pc:sldMk cId="2999358244" sldId="279"/>
            <ac:picMk id="9" creationId="{CE755CBB-1D9F-411B-AFA2-740B28EACD21}"/>
          </ac:picMkLst>
        </pc:picChg>
      </pc:sldChg>
      <pc:sldChg chg="addSp modSp">
        <pc:chgData name="Robin Carraway" userId="1a99621e-78e1-4542-bebd-b614a66eedc8" providerId="ADAL" clId="{A4B8C2FD-E543-4764-B27E-A61D20239F7C}" dt="2026-01-15T17:37:55.066" v="491" actId="6549"/>
        <pc:sldMkLst>
          <pc:docMk/>
          <pc:sldMk cId="4239777872" sldId="280"/>
        </pc:sldMkLst>
        <pc:spChg chg="mod">
          <ac:chgData name="Robin Carraway" userId="1a99621e-78e1-4542-bebd-b614a66eedc8" providerId="ADAL" clId="{A4B8C2FD-E543-4764-B27E-A61D20239F7C}" dt="2026-01-15T17:36:26.830" v="477" actId="207"/>
          <ac:spMkLst>
            <pc:docMk/>
            <pc:sldMk cId="4239777872" sldId="280"/>
            <ac:spMk id="2" creationId="{8FE8ADF4-EF9E-4C2C-ABAA-5573E426B3CC}"/>
          </ac:spMkLst>
        </pc:spChg>
        <pc:spChg chg="add mod">
          <ac:chgData name="Robin Carraway" userId="1a99621e-78e1-4542-bebd-b614a66eedc8" providerId="ADAL" clId="{A4B8C2FD-E543-4764-B27E-A61D20239F7C}" dt="2026-01-15T17:37:16.354" v="488" actId="208"/>
          <ac:spMkLst>
            <pc:docMk/>
            <pc:sldMk cId="4239777872" sldId="280"/>
            <ac:spMk id="3" creationId="{4C1186FC-7A0B-4343-84B6-30B8EEEE832F}"/>
          </ac:spMkLst>
        </pc:spChg>
        <pc:spChg chg="mod">
          <ac:chgData name="Robin Carraway" userId="1a99621e-78e1-4542-bebd-b614a66eedc8" providerId="ADAL" clId="{A4B8C2FD-E543-4764-B27E-A61D20239F7C}" dt="2026-01-15T17:37:55.066" v="491" actId="6549"/>
          <ac:spMkLst>
            <pc:docMk/>
            <pc:sldMk cId="4239777872" sldId="280"/>
            <ac:spMk id="4" creationId="{192B7AD9-951E-4E9E-8788-F7E9B16EE4F8}"/>
          </ac:spMkLst>
        </pc:spChg>
      </pc:sldChg>
      <pc:sldChg chg="modSp">
        <pc:chgData name="Robin Carraway" userId="1a99621e-78e1-4542-bebd-b614a66eedc8" providerId="ADAL" clId="{A4B8C2FD-E543-4764-B27E-A61D20239F7C}" dt="2026-01-15T17:27:48.408" v="318" actId="27636"/>
        <pc:sldMkLst>
          <pc:docMk/>
          <pc:sldMk cId="947666842" sldId="281"/>
        </pc:sldMkLst>
        <pc:spChg chg="mod">
          <ac:chgData name="Robin Carraway" userId="1a99621e-78e1-4542-bebd-b614a66eedc8" providerId="ADAL" clId="{A4B8C2FD-E543-4764-B27E-A61D20239F7C}" dt="2026-01-15T17:27:15.824" v="311" actId="1076"/>
          <ac:spMkLst>
            <pc:docMk/>
            <pc:sldMk cId="947666842" sldId="281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27:48.408" v="318" actId="27636"/>
          <ac:spMkLst>
            <pc:docMk/>
            <pc:sldMk cId="947666842" sldId="281"/>
            <ac:spMk id="6" creationId="{4216BB27-1766-4A3C-98FE-CAD23F85D756}"/>
          </ac:spMkLst>
        </pc:spChg>
      </pc:sldChg>
      <pc:sldChg chg="modSp">
        <pc:chgData name="Robin Carraway" userId="1a99621e-78e1-4542-bebd-b614a66eedc8" providerId="ADAL" clId="{A4B8C2FD-E543-4764-B27E-A61D20239F7C}" dt="2026-01-15T17:39:38.870" v="583" actId="20577"/>
        <pc:sldMkLst>
          <pc:docMk/>
          <pc:sldMk cId="582028939" sldId="282"/>
        </pc:sldMkLst>
        <pc:spChg chg="mod">
          <ac:chgData name="Robin Carraway" userId="1a99621e-78e1-4542-bebd-b614a66eedc8" providerId="ADAL" clId="{A4B8C2FD-E543-4764-B27E-A61D20239F7C}" dt="2026-01-15T17:38:05.814" v="492" actId="207"/>
          <ac:spMkLst>
            <pc:docMk/>
            <pc:sldMk cId="582028939" sldId="282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39:38.870" v="583" actId="20577"/>
          <ac:spMkLst>
            <pc:docMk/>
            <pc:sldMk cId="582028939" sldId="282"/>
            <ac:spMk id="4" creationId="{192B7AD9-951E-4E9E-8788-F7E9B16EE4F8}"/>
          </ac:spMkLst>
        </pc:spChg>
      </pc:sldChg>
      <pc:sldChg chg="modSp">
        <pc:chgData name="Robin Carraway" userId="1a99621e-78e1-4542-bebd-b614a66eedc8" providerId="ADAL" clId="{A4B8C2FD-E543-4764-B27E-A61D20239F7C}" dt="2026-01-15T17:43:57.845" v="608" actId="403"/>
        <pc:sldMkLst>
          <pc:docMk/>
          <pc:sldMk cId="4022337580" sldId="283"/>
        </pc:sldMkLst>
        <pc:spChg chg="mod">
          <ac:chgData name="Robin Carraway" userId="1a99621e-78e1-4542-bebd-b614a66eedc8" providerId="ADAL" clId="{A4B8C2FD-E543-4764-B27E-A61D20239F7C}" dt="2026-01-15T17:39:48.309" v="584" actId="207"/>
          <ac:spMkLst>
            <pc:docMk/>
            <pc:sldMk cId="4022337580" sldId="283"/>
            <ac:spMk id="2" creationId="{8FE8ADF4-EF9E-4C2C-ABAA-5573E426B3CC}"/>
          </ac:spMkLst>
        </pc:spChg>
        <pc:spChg chg="mod">
          <ac:chgData name="Robin Carraway" userId="1a99621e-78e1-4542-bebd-b614a66eedc8" providerId="ADAL" clId="{A4B8C2FD-E543-4764-B27E-A61D20239F7C}" dt="2026-01-15T17:43:57.845" v="608" actId="403"/>
          <ac:spMkLst>
            <pc:docMk/>
            <pc:sldMk cId="4022337580" sldId="283"/>
            <ac:spMk id="4" creationId="{192B7AD9-951E-4E9E-8788-F7E9B16EE4F8}"/>
          </ac:spMkLst>
        </pc:spChg>
      </pc:sldChg>
      <pc:sldChg chg="modSp">
        <pc:chgData name="Robin Carraway" userId="1a99621e-78e1-4542-bebd-b614a66eedc8" providerId="ADAL" clId="{A4B8C2FD-E543-4764-B27E-A61D20239F7C}" dt="2026-01-15T17:47:37.511" v="668" actId="6549"/>
        <pc:sldMkLst>
          <pc:docMk/>
          <pc:sldMk cId="618748085" sldId="284"/>
        </pc:sldMkLst>
        <pc:spChg chg="mod">
          <ac:chgData name="Robin Carraway" userId="1a99621e-78e1-4542-bebd-b614a66eedc8" providerId="ADAL" clId="{A4B8C2FD-E543-4764-B27E-A61D20239F7C}" dt="2026-01-15T17:45:56.973" v="609" actId="207"/>
          <ac:spMkLst>
            <pc:docMk/>
            <pc:sldMk cId="618748085" sldId="284"/>
            <ac:spMk id="2" creationId="{FD65C6BD-8CA5-44FE-9A04-15250DC552F7}"/>
          </ac:spMkLst>
        </pc:spChg>
        <pc:spChg chg="mod">
          <ac:chgData name="Robin Carraway" userId="1a99621e-78e1-4542-bebd-b614a66eedc8" providerId="ADAL" clId="{A4B8C2FD-E543-4764-B27E-A61D20239F7C}" dt="2026-01-15T17:47:37.511" v="668" actId="6549"/>
          <ac:spMkLst>
            <pc:docMk/>
            <pc:sldMk cId="618748085" sldId="284"/>
            <ac:spMk id="4" creationId="{2C635BB2-37A0-4158-BA67-189A87095C0D}"/>
          </ac:spMkLst>
        </pc:spChg>
      </pc:sldChg>
      <pc:sldChg chg="modSp">
        <pc:chgData name="Robin Carraway" userId="1a99621e-78e1-4542-bebd-b614a66eedc8" providerId="ADAL" clId="{A4B8C2FD-E543-4764-B27E-A61D20239F7C}" dt="2026-01-15T17:48:19.687" v="670" actId="207"/>
        <pc:sldMkLst>
          <pc:docMk/>
          <pc:sldMk cId="3481365198" sldId="287"/>
        </pc:sldMkLst>
        <pc:spChg chg="mod">
          <ac:chgData name="Robin Carraway" userId="1a99621e-78e1-4542-bebd-b614a66eedc8" providerId="ADAL" clId="{A4B8C2FD-E543-4764-B27E-A61D20239F7C}" dt="2026-01-15T17:48:12.505" v="669" actId="207"/>
          <ac:spMkLst>
            <pc:docMk/>
            <pc:sldMk cId="3481365198" sldId="287"/>
            <ac:spMk id="2" creationId="{FACE9A57-DD5F-4F72-B256-F5AC3C72E453}"/>
          </ac:spMkLst>
        </pc:spChg>
        <pc:spChg chg="mod">
          <ac:chgData name="Robin Carraway" userId="1a99621e-78e1-4542-bebd-b614a66eedc8" providerId="ADAL" clId="{A4B8C2FD-E543-4764-B27E-A61D20239F7C}" dt="2026-01-15T17:48:19.687" v="670" actId="207"/>
          <ac:spMkLst>
            <pc:docMk/>
            <pc:sldMk cId="3481365198" sldId="287"/>
            <ac:spMk id="3" creationId="{9B0CA608-4490-4231-89EF-151C57AFD74F}"/>
          </ac:spMkLst>
        </pc:spChg>
      </pc:sldChg>
      <pc:sldChg chg="modSp">
        <pc:chgData name="Robin Carraway" userId="1a99621e-78e1-4542-bebd-b614a66eedc8" providerId="ADAL" clId="{A4B8C2FD-E543-4764-B27E-A61D20239F7C}" dt="2026-01-15T17:48:44.859" v="672" actId="207"/>
        <pc:sldMkLst>
          <pc:docMk/>
          <pc:sldMk cId="3617825813" sldId="288"/>
        </pc:sldMkLst>
        <pc:spChg chg="mod">
          <ac:chgData name="Robin Carraway" userId="1a99621e-78e1-4542-bebd-b614a66eedc8" providerId="ADAL" clId="{A4B8C2FD-E543-4764-B27E-A61D20239F7C}" dt="2026-01-15T17:48:44.859" v="672" actId="207"/>
          <ac:spMkLst>
            <pc:docMk/>
            <pc:sldMk cId="3617825813" sldId="288"/>
            <ac:spMk id="2" creationId="{FACE9A57-DD5F-4F72-B256-F5AC3C72E453}"/>
          </ac:spMkLst>
        </pc:spChg>
        <pc:spChg chg="mod">
          <ac:chgData name="Robin Carraway" userId="1a99621e-78e1-4542-bebd-b614a66eedc8" providerId="ADAL" clId="{A4B8C2FD-E543-4764-B27E-A61D20239F7C}" dt="2026-01-15T17:48:41.398" v="671" actId="207"/>
          <ac:spMkLst>
            <pc:docMk/>
            <pc:sldMk cId="3617825813" sldId="288"/>
            <ac:spMk id="3" creationId="{9B0CA608-4490-4231-89EF-151C57AFD74F}"/>
          </ac:spMkLst>
        </pc:spChg>
      </pc:sldChg>
      <pc:sldChg chg="modSp">
        <pc:chgData name="Robin Carraway" userId="1a99621e-78e1-4542-bebd-b614a66eedc8" providerId="ADAL" clId="{A4B8C2FD-E543-4764-B27E-A61D20239F7C}" dt="2026-01-15T17:27:23.108" v="312" actId="1076"/>
        <pc:sldMkLst>
          <pc:docMk/>
          <pc:sldMk cId="18070661" sldId="289"/>
        </pc:sldMkLst>
        <pc:spChg chg="mod">
          <ac:chgData name="Robin Carraway" userId="1a99621e-78e1-4542-bebd-b614a66eedc8" providerId="ADAL" clId="{A4B8C2FD-E543-4764-B27E-A61D20239F7C}" dt="2026-01-15T17:27:23.108" v="312" actId="1076"/>
          <ac:spMkLst>
            <pc:docMk/>
            <pc:sldMk cId="18070661" sldId="289"/>
            <ac:spMk id="2" creationId="{F28DCBC8-21F9-5003-388C-704EEC32773E}"/>
          </ac:spMkLst>
        </pc:spChg>
        <pc:spChg chg="mod">
          <ac:chgData name="Robin Carraway" userId="1a99621e-78e1-4542-bebd-b614a66eedc8" providerId="ADAL" clId="{A4B8C2FD-E543-4764-B27E-A61D20239F7C}" dt="2026-01-15T17:25:37.932" v="306" actId="20577"/>
          <ac:spMkLst>
            <pc:docMk/>
            <pc:sldMk cId="18070661" sldId="289"/>
            <ac:spMk id="6" creationId="{F7D29054-01B5-FC68-6A17-D26B07818505}"/>
          </ac:spMkLst>
        </pc:spChg>
      </pc:sldChg>
      <pc:sldChg chg="modSp">
        <pc:chgData name="Robin Carraway" userId="1a99621e-78e1-4542-bebd-b614a66eedc8" providerId="ADAL" clId="{A4B8C2FD-E543-4764-B27E-A61D20239F7C}" dt="2026-01-15T17:48:55.822" v="674" actId="207"/>
        <pc:sldMkLst>
          <pc:docMk/>
          <pc:sldMk cId="2960749897" sldId="290"/>
        </pc:sldMkLst>
        <pc:spChg chg="mod">
          <ac:chgData name="Robin Carraway" userId="1a99621e-78e1-4542-bebd-b614a66eedc8" providerId="ADAL" clId="{A4B8C2FD-E543-4764-B27E-A61D20239F7C}" dt="2026-01-15T17:48:55.822" v="674" actId="207"/>
          <ac:spMkLst>
            <pc:docMk/>
            <pc:sldMk cId="2960749897" sldId="290"/>
            <ac:spMk id="2" creationId="{9BB6F971-A571-9549-359F-95BFD9875185}"/>
          </ac:spMkLst>
        </pc:spChg>
        <pc:spChg chg="mod">
          <ac:chgData name="Robin Carraway" userId="1a99621e-78e1-4542-bebd-b614a66eedc8" providerId="ADAL" clId="{A4B8C2FD-E543-4764-B27E-A61D20239F7C}" dt="2026-01-15T17:48:52.387" v="673" actId="207"/>
          <ac:spMkLst>
            <pc:docMk/>
            <pc:sldMk cId="2960749897" sldId="290"/>
            <ac:spMk id="3" creationId="{410D9C27-138D-BDC8-BF00-E939217D119A}"/>
          </ac:spMkLst>
        </pc:spChg>
      </pc:sldChg>
      <pc:sldChg chg="modSp">
        <pc:chgData name="Robin Carraway" userId="1a99621e-78e1-4542-bebd-b614a66eedc8" providerId="ADAL" clId="{A4B8C2FD-E543-4764-B27E-A61D20239F7C}" dt="2026-01-15T17:49:05.355" v="676" actId="207"/>
        <pc:sldMkLst>
          <pc:docMk/>
          <pc:sldMk cId="4251474617" sldId="291"/>
        </pc:sldMkLst>
        <pc:spChg chg="mod">
          <ac:chgData name="Robin Carraway" userId="1a99621e-78e1-4542-bebd-b614a66eedc8" providerId="ADAL" clId="{A4B8C2FD-E543-4764-B27E-A61D20239F7C}" dt="2026-01-15T17:49:05.355" v="676" actId="207"/>
          <ac:spMkLst>
            <pc:docMk/>
            <pc:sldMk cId="4251474617" sldId="291"/>
            <ac:spMk id="2" creationId="{36157AB5-7CD6-999D-C276-817B09266070}"/>
          </ac:spMkLst>
        </pc:spChg>
        <pc:spChg chg="mod">
          <ac:chgData name="Robin Carraway" userId="1a99621e-78e1-4542-bebd-b614a66eedc8" providerId="ADAL" clId="{A4B8C2FD-E543-4764-B27E-A61D20239F7C}" dt="2026-01-15T17:49:01.407" v="675" actId="207"/>
          <ac:spMkLst>
            <pc:docMk/>
            <pc:sldMk cId="4251474617" sldId="291"/>
            <ac:spMk id="3" creationId="{2A06B11F-2F1A-4DA2-4C90-5B972DD5A4AE}"/>
          </ac:spMkLst>
        </pc:spChg>
      </pc:sldChg>
    </pc:docChg>
  </pc:docChgLst>
  <pc:docChgLst>
    <pc:chgData name="Robin Carraway" userId="1a99621e-78e1-4542-bebd-b614a66eedc8" providerId="ADAL" clId="{213F254D-9FE7-408E-A4C7-9751A56BD43E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58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1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8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3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1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4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9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5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7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D13C7E5-6D6F-4E85-A564-F91EA3094E4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F111F2F-4041-4398-B742-E9F6A0F8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GnS-Xk0ZqU?feature=oembe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9E45-5EC6-48C9-A130-5252EEA2B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Cell Structure &amp;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9CA45-882A-4491-BC72-71D8EBB4B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56039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9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E073-EF9B-439D-9AEE-DE77BC73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419" y="1201031"/>
            <a:ext cx="3419995" cy="1356360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CELL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0C3116-DBFF-4008-A70F-667110795E18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4451756" y="2218740"/>
            <a:ext cx="2991642" cy="3048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The basic unit of life</a:t>
            </a:r>
          </a:p>
          <a:p>
            <a:r>
              <a:rPr lang="en-US" sz="2400" dirty="0">
                <a:solidFill>
                  <a:schemeClr val="tx1"/>
                </a:solidFill>
              </a:rPr>
              <a:t>All living organisms are made of cells</a:t>
            </a:r>
          </a:p>
          <a:p>
            <a:r>
              <a:rPr lang="en-US" sz="2400" dirty="0">
                <a:solidFill>
                  <a:schemeClr val="tx1"/>
                </a:solidFill>
              </a:rPr>
              <a:t>Organisms can consist of one cell or millions of cells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B64D7E-810C-40A8-A01F-EF5458CC7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750" y="274529"/>
            <a:ext cx="4004793" cy="4004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92BEC6-A56C-45F5-AFB4-17523F9F9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23" y="4334333"/>
            <a:ext cx="3575875" cy="2249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5116B9-F799-49AB-B6F2-15AAA053B8BE}"/>
              </a:ext>
            </a:extLst>
          </p:cNvPr>
          <p:cNvSpPr txBox="1"/>
          <p:nvPr/>
        </p:nvSpPr>
        <p:spPr>
          <a:xfrm>
            <a:off x="6986016" y="554736"/>
            <a:ext cx="118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Human skin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0350E-770E-41F3-80F9-6986E69CDC0D}"/>
              </a:ext>
            </a:extLst>
          </p:cNvPr>
          <p:cNvSpPr txBox="1"/>
          <p:nvPr/>
        </p:nvSpPr>
        <p:spPr>
          <a:xfrm>
            <a:off x="7653528" y="5656933"/>
            <a:ext cx="118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Human blood cell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92EB92-6ACD-45A6-82D5-CB5C261A8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0" y="361332"/>
            <a:ext cx="3771798" cy="28252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75A52A-B0F8-4D10-8C52-525FAB37FC86}"/>
              </a:ext>
            </a:extLst>
          </p:cNvPr>
          <p:cNvSpPr txBox="1"/>
          <p:nvPr/>
        </p:nvSpPr>
        <p:spPr>
          <a:xfrm>
            <a:off x="4046258" y="501134"/>
            <a:ext cx="252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Plant cell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9B482B-6E1B-4089-BAD1-C6765AD8D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88" y="3444791"/>
            <a:ext cx="4069844" cy="31185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9E4A0D-105D-4C24-AADF-295E5325812E}"/>
              </a:ext>
            </a:extLst>
          </p:cNvPr>
          <p:cNvSpPr txBox="1"/>
          <p:nvPr/>
        </p:nvSpPr>
        <p:spPr>
          <a:xfrm>
            <a:off x="4370832" y="5710535"/>
            <a:ext cx="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E. Coli </a:t>
            </a:r>
            <a:r>
              <a:rPr lang="en-US"/>
              <a:t>Cell</a:t>
            </a:r>
          </a:p>
        </p:txBody>
      </p:sp>
    </p:spTree>
    <p:extLst>
      <p:ext uri="{BB962C8B-B14F-4D97-AF65-F5344CB8AC3E}">
        <p14:creationId xmlns:p14="http://schemas.microsoft.com/office/powerpoint/2010/main" val="189234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1E82-43B2-4DBE-BA1F-C4A50E2FC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334" y="339917"/>
            <a:ext cx="9875520" cy="8348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SPONTANEOUS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3E00-6216-47FC-900C-44192A3C3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6321" y="1174804"/>
            <a:ext cx="5479679" cy="44006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Explained that living beings originated from non-living matter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Common belief for centuries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Seemed to be supported by daily observations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Insects emerged from rotten meat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Rats appeared in garbage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A5D7A-4F0D-4E93-913B-5E4E21CB0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7533" y="1522955"/>
            <a:ext cx="5536932" cy="488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JAN BAPTIST VAN HELMONT</a:t>
            </a:r>
          </a:p>
          <a:p>
            <a:r>
              <a:rPr lang="en-US" sz="2400" dirty="0">
                <a:solidFill>
                  <a:schemeClr val="tx1"/>
                </a:solidFill>
              </a:rPr>
              <a:t>1579 – 1644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Supporter of spontaneous generation</a:t>
            </a:r>
          </a:p>
          <a:p>
            <a:r>
              <a:rPr lang="en-US" dirty="0">
                <a:solidFill>
                  <a:schemeClr val="tx1"/>
                </a:solidFill>
              </a:rPr>
              <a:t>Experimented with plants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Plants grew when given water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Water formed into new plant parts</a:t>
            </a:r>
          </a:p>
          <a:p>
            <a:r>
              <a:rPr lang="en-US" dirty="0">
                <a:solidFill>
                  <a:schemeClr val="tx1"/>
                </a:solidFill>
              </a:rPr>
              <a:t>Developed “recipe” for creating mice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Place dirty rags in pot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Sprinkle with wheat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 21 days, mice will appear from rags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63137-3A49-4176-900C-7AF14C27F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34" y="4497540"/>
            <a:ext cx="4254984" cy="202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7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D1E9-D5D3-4C11-B6FA-00BCB2DA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381" y="556896"/>
            <a:ext cx="5929685" cy="12324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SPONTANEOUS GENERATION 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D0408-4CAC-4F1E-80DE-B7B0F5294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230" y="444559"/>
            <a:ext cx="5272151" cy="59621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FRANCESCO REDI</a:t>
            </a:r>
          </a:p>
          <a:p>
            <a:r>
              <a:rPr lang="en-US" dirty="0">
                <a:solidFill>
                  <a:schemeClr val="tx1"/>
                </a:solidFill>
              </a:rPr>
              <a:t>1626 – 1692</a:t>
            </a:r>
          </a:p>
          <a:p>
            <a:r>
              <a:rPr lang="en-US" dirty="0">
                <a:solidFill>
                  <a:schemeClr val="tx1"/>
                </a:solidFill>
              </a:rPr>
              <a:t>Italian physician, naturalist, and poet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First person to challenge spontaneous generation</a:t>
            </a:r>
          </a:p>
          <a:p>
            <a:r>
              <a:rPr lang="en-US" dirty="0">
                <a:solidFill>
                  <a:schemeClr val="tx1"/>
                </a:solidFill>
              </a:rPr>
              <a:t>Questioned origination of maggots</a:t>
            </a:r>
          </a:p>
          <a:p>
            <a:r>
              <a:rPr lang="en-US" dirty="0">
                <a:solidFill>
                  <a:schemeClr val="tx1"/>
                </a:solidFill>
              </a:rPr>
              <a:t>Performed experiment: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Control – open container containing raw meat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Experimental groups 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One container with raw meat sealed with cork (air-tight)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One container with raw meat covered with gauze (not air-tight)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F3E041-BEA4-4CE3-8B67-314C5256DF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285490"/>
            <a:ext cx="5726412" cy="325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832C-40EE-4163-85BB-32CB8172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9927"/>
            <a:ext cx="9875520" cy="7307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SPONTANEOUS GENERATION DEBATE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9381E-6C82-407C-87A9-03DBD4990F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6178" y="1188499"/>
            <a:ext cx="5175985" cy="531043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98DFD-8CFA-4876-BD0D-6733FC447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480" y="1188499"/>
            <a:ext cx="5288284" cy="51588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LOUIS PASTEUR</a:t>
            </a:r>
          </a:p>
          <a:p>
            <a:r>
              <a:rPr lang="en-US" dirty="0">
                <a:solidFill>
                  <a:schemeClr val="tx1"/>
                </a:solidFill>
              </a:rPr>
              <a:t>1822 – 1895</a:t>
            </a:r>
          </a:p>
          <a:p>
            <a:r>
              <a:rPr lang="en-US" dirty="0">
                <a:solidFill>
                  <a:schemeClr val="tx1"/>
                </a:solidFill>
              </a:rPr>
              <a:t>French chemist and microbiologist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Disproved theory of spontaneous generation</a:t>
            </a:r>
          </a:p>
          <a:p>
            <a:r>
              <a:rPr lang="en-US" dirty="0">
                <a:solidFill>
                  <a:schemeClr val="tx1"/>
                </a:solidFill>
              </a:rPr>
              <a:t>Performed experiment using swan neck flask – dust/particles trapped in curve</a:t>
            </a:r>
          </a:p>
          <a:p>
            <a:r>
              <a:rPr lang="en-US" dirty="0">
                <a:solidFill>
                  <a:schemeClr val="tx1"/>
                </a:solidFill>
              </a:rPr>
              <a:t>Other discoveries: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Pasteurization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Microorganisms cause fermentation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Anthrax and rabies vaccines</a:t>
            </a:r>
          </a:p>
        </p:txBody>
      </p:sp>
    </p:spTree>
    <p:extLst>
      <p:ext uri="{BB962C8B-B14F-4D97-AF65-F5344CB8AC3E}">
        <p14:creationId xmlns:p14="http://schemas.microsoft.com/office/powerpoint/2010/main" val="187448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857E-99D4-4204-B30C-1EEA0CB1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228" y="280557"/>
            <a:ext cx="9875520" cy="78028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DISCOVERY OF THE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663D-0E7E-42EE-BFF8-9DCE768C4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148" y="1414349"/>
            <a:ext cx="5584992" cy="50694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ROBERT HOOKE</a:t>
            </a:r>
          </a:p>
          <a:p>
            <a:r>
              <a:rPr lang="en-US" sz="2400" dirty="0">
                <a:solidFill>
                  <a:schemeClr val="tx1"/>
                </a:solidFill>
              </a:rPr>
              <a:t>1635 – 1703</a:t>
            </a:r>
          </a:p>
          <a:p>
            <a:r>
              <a:rPr lang="en-US" sz="2400" dirty="0">
                <a:solidFill>
                  <a:schemeClr val="tx1"/>
                </a:solidFill>
              </a:rPr>
              <a:t>English scientist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Used compound microscope to study cork – dead cells of oak bark</a:t>
            </a:r>
          </a:p>
          <a:p>
            <a:pPr lvl="1"/>
            <a:r>
              <a:rPr lang="en-US" sz="2800" b="1" dirty="0">
                <a:solidFill>
                  <a:srgbClr val="7030A0"/>
                </a:solidFill>
              </a:rPr>
              <a:t>Called them “cells”</a:t>
            </a:r>
            <a:r>
              <a:rPr lang="en-US" sz="28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– reminded him of monastery rooms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Wrote and published </a:t>
            </a:r>
            <a:r>
              <a:rPr lang="en-US" sz="2400" i="1" dirty="0" err="1">
                <a:solidFill>
                  <a:schemeClr val="tx1"/>
                </a:solidFill>
              </a:rPr>
              <a:t>Micrographia</a:t>
            </a:r>
            <a:r>
              <a:rPr lang="en-US" sz="2400" dirty="0">
                <a:solidFill>
                  <a:schemeClr val="tx1"/>
                </a:solidFill>
              </a:rPr>
              <a:t> (1665) – first book to describe observations seen through microscope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DC6F2A-CCC2-4587-8291-81563E2FE7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78988" y="1100468"/>
            <a:ext cx="2999269" cy="3039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5FDD4F-45F8-42CB-ADCD-3BDA9D7AC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973" y="4231603"/>
            <a:ext cx="4754879" cy="2239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28E29-24B1-4509-8717-3C276D462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390" y="1692252"/>
            <a:ext cx="2466975" cy="1847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B345DA-AE10-488F-9D1D-4D8A2F51B179}"/>
              </a:ext>
            </a:extLst>
          </p:cNvPr>
          <p:cNvSpPr txBox="1"/>
          <p:nvPr/>
        </p:nvSpPr>
        <p:spPr>
          <a:xfrm>
            <a:off x="9978237" y="357972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Cork cells</a:t>
            </a:r>
          </a:p>
        </p:txBody>
      </p:sp>
    </p:spTree>
    <p:extLst>
      <p:ext uri="{BB962C8B-B14F-4D97-AF65-F5344CB8AC3E}">
        <p14:creationId xmlns:p14="http://schemas.microsoft.com/office/powerpoint/2010/main" val="273480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A85F-7379-45E1-A413-624F84BF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3" y="252583"/>
            <a:ext cx="9875520" cy="77114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DISCOVERY OF THE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4712-0BCA-494C-9362-947816665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4057" y="1236444"/>
            <a:ext cx="4828754" cy="5150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ANTOINE VAN LEEUWENHOEK</a:t>
            </a:r>
          </a:p>
          <a:p>
            <a:r>
              <a:rPr lang="en-US" sz="2400" dirty="0">
                <a:solidFill>
                  <a:schemeClr val="tx1"/>
                </a:solidFill>
              </a:rPr>
              <a:t>1632 – 1723</a:t>
            </a:r>
          </a:p>
          <a:p>
            <a:r>
              <a:rPr lang="en-US" sz="2400" dirty="0">
                <a:solidFill>
                  <a:schemeClr val="tx1"/>
                </a:solidFill>
              </a:rPr>
              <a:t>Dutch tradesman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Constructed “simple” microscope that could magnify 266x</a:t>
            </a:r>
          </a:p>
          <a:p>
            <a:r>
              <a:rPr lang="en-US" sz="2400" dirty="0">
                <a:solidFill>
                  <a:schemeClr val="tx1"/>
                </a:solidFill>
              </a:rPr>
              <a:t>First to observe and describe single celled organisms – called them </a:t>
            </a:r>
            <a:r>
              <a:rPr lang="en-US" sz="2400" dirty="0" err="1">
                <a:solidFill>
                  <a:schemeClr val="tx1"/>
                </a:solidFill>
              </a:rPr>
              <a:t>Animacules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Discovered Protozoa and Bacteria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BF7695-8DC1-49F0-B275-742D606093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55443" y="1383662"/>
            <a:ext cx="4661687" cy="2433236"/>
          </a:xfrm>
          <a:prstGeom prst="rect">
            <a:avLst/>
          </a:prstGeom>
        </p:spPr>
      </p:pic>
      <p:pic>
        <p:nvPicPr>
          <p:cNvPr id="2050" name="Picture 2" descr="TOP 12 QUOTES BY ANTONIE VAN LEEUWENHOEK | A-Z Quotes">
            <a:extLst>
              <a:ext uri="{FF2B5EF4-FFF2-40B4-BE49-F238E27FC236}">
                <a16:creationId xmlns:a16="http://schemas.microsoft.com/office/drawing/2014/main" id="{B8D0C813-EAE9-4D1F-BEDB-B8507DD39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877" y="4084721"/>
            <a:ext cx="3717798" cy="174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893822-C4D7-4674-9B42-A090E50876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67" r="6168" b="3732"/>
          <a:stretch/>
        </p:blipFill>
        <p:spPr>
          <a:xfrm>
            <a:off x="367817" y="2919984"/>
            <a:ext cx="2457679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9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26A8-97F5-40EC-9890-3EFA724BC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28600"/>
            <a:ext cx="9875520" cy="83791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DISCOVERY OF THE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7404-1E64-4311-A872-45F33215F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604" y="1155191"/>
            <a:ext cx="5771690" cy="52628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MATTHIAS SCHLEIDEN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1804 – 1881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German botanist</a:t>
            </a:r>
          </a:p>
          <a:p>
            <a:pPr lvl="1"/>
            <a:r>
              <a:rPr lang="en-US" sz="2400" i="1" dirty="0">
                <a:solidFill>
                  <a:schemeClr val="tx1"/>
                </a:solidFill>
              </a:rPr>
              <a:t>“Schleiden in the grass”</a:t>
            </a:r>
          </a:p>
          <a:p>
            <a:r>
              <a:rPr lang="en-US" sz="3200" b="1" dirty="0">
                <a:solidFill>
                  <a:srgbClr val="7030A0"/>
                </a:solidFill>
              </a:rPr>
              <a:t>THEODOR SCHWANN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1810 – 1882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German biologist</a:t>
            </a:r>
          </a:p>
          <a:p>
            <a:pPr lvl="1"/>
            <a:r>
              <a:rPr lang="en-US" sz="2400" i="1" dirty="0">
                <a:solidFill>
                  <a:schemeClr val="tx1"/>
                </a:solidFill>
              </a:rPr>
              <a:t>“Schwann” = swan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Cofounded idea that tissues are made of cells</a:t>
            </a:r>
          </a:p>
          <a:p>
            <a:r>
              <a:rPr lang="en-US" dirty="0">
                <a:solidFill>
                  <a:schemeClr val="tx1"/>
                </a:solidFill>
              </a:rPr>
              <a:t>Disagreed on formation of new cells – Schleiden still believed in spontaneous generation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2A02CB-7D08-4CA4-B348-9245E5BC4F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9532" y="1202157"/>
            <a:ext cx="3039963" cy="3030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9CCFB7-83D2-49F4-A920-7AA55DBAF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56" y="4368069"/>
            <a:ext cx="4588079" cy="2160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A9D8E5-62CB-4DD3-99E6-5127E82CA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698" y="1433924"/>
            <a:ext cx="3308947" cy="25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7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28C6-1307-4DF0-B6A8-8E8EC817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314" y="366703"/>
            <a:ext cx="5760720" cy="940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DISCOVERY OF THE CELL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746F706-366D-46F8-95B6-3BC21BC65E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2920" y="366703"/>
            <a:ext cx="5021580" cy="61245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C07AB-8388-4706-AE46-98F09FDCC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6182" y="1552755"/>
            <a:ext cx="6219644" cy="49385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RUDOLF VIRCHOW</a:t>
            </a:r>
          </a:p>
          <a:p>
            <a:r>
              <a:rPr lang="en-US" sz="2400" dirty="0">
                <a:solidFill>
                  <a:schemeClr val="tx1"/>
                </a:solidFill>
              </a:rPr>
              <a:t>1821 – 1902</a:t>
            </a:r>
          </a:p>
          <a:p>
            <a:r>
              <a:rPr lang="en-US" sz="2400" dirty="0">
                <a:solidFill>
                  <a:schemeClr val="tx1"/>
                </a:solidFill>
              </a:rPr>
              <a:t>German physician</a:t>
            </a:r>
          </a:p>
          <a:p>
            <a:r>
              <a:rPr lang="en-US" sz="2400" dirty="0">
                <a:solidFill>
                  <a:schemeClr val="tx1"/>
                </a:solidFill>
              </a:rPr>
              <a:t>Observed that a whole organism does not get sick, only certain cells or groups of cells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 1855, published his theory stating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rgbClr val="7030A0"/>
                </a:solidFill>
              </a:rPr>
              <a:t>“Every cell comes from a pre-existing cell”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13F26851-7ED3-4AF2-9570-D10CB45E8613}"/>
              </a:ext>
            </a:extLst>
          </p:cNvPr>
          <p:cNvSpPr/>
          <p:nvPr/>
        </p:nvSpPr>
        <p:spPr>
          <a:xfrm>
            <a:off x="6798454" y="5157570"/>
            <a:ext cx="3975100" cy="1130300"/>
          </a:xfrm>
          <a:prstGeom prst="round2Diag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/>
              <a:t>FATHER OF BIOGENESIS</a:t>
            </a:r>
          </a:p>
        </p:txBody>
      </p:sp>
    </p:spTree>
    <p:extLst>
      <p:ext uri="{BB962C8B-B14F-4D97-AF65-F5344CB8AC3E}">
        <p14:creationId xmlns:p14="http://schemas.microsoft.com/office/powerpoint/2010/main" val="17615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77E8-F24A-4779-904A-8F4B5EA9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69" y="921901"/>
            <a:ext cx="5441633" cy="9652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92D050"/>
                </a:solidFill>
              </a:rPr>
              <a:t>THE CELL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96F1C-2A6F-4BC7-B4DC-A8E161F5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128" y="2287893"/>
            <a:ext cx="5483254" cy="38183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All organisms are composed of one or more cells.</a:t>
            </a:r>
          </a:p>
          <a:p>
            <a:r>
              <a:rPr lang="en-US" sz="3200" b="1" dirty="0">
                <a:solidFill>
                  <a:srgbClr val="92D050"/>
                </a:solidFill>
              </a:rPr>
              <a:t>The cell is the basic unit of structure and organization in organisms.</a:t>
            </a:r>
          </a:p>
          <a:p>
            <a:r>
              <a:rPr lang="en-US" sz="3200" b="1" dirty="0">
                <a:solidFill>
                  <a:srgbClr val="92D050"/>
                </a:solidFill>
              </a:rPr>
              <a:t>All cells come from pre-existing cells.</a:t>
            </a:r>
            <a:r>
              <a:rPr lang="en-US" sz="3200" b="1" dirty="0"/>
              <a:t> </a:t>
            </a:r>
          </a:p>
        </p:txBody>
      </p:sp>
      <p:pic>
        <p:nvPicPr>
          <p:cNvPr id="6" name="Picture 5" descr="Cell Theory Stock Illustrations – 1,451 Cell Theory Stock Illustrations,  Vectors &amp; Clipart - Dreamstime">
            <a:extLst>
              <a:ext uri="{FF2B5EF4-FFF2-40B4-BE49-F238E27FC236}">
                <a16:creationId xmlns:a16="http://schemas.microsoft.com/office/drawing/2014/main" id="{701C46E4-A5FA-5129-59D8-0D86E59BE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69" t="15478" r="10590" b="5565"/>
          <a:stretch>
            <a:fillRect/>
          </a:stretch>
        </p:blipFill>
        <p:spPr>
          <a:xfrm>
            <a:off x="6262687" y="696703"/>
            <a:ext cx="5441185" cy="541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0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9FDE-C24D-4B2F-94A9-990BAD54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39" y="396240"/>
            <a:ext cx="9875520" cy="85344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CELL SIZE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07F6E4-805D-4B63-8800-2C894E034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22"/>
          <a:stretch/>
        </p:blipFill>
        <p:spPr>
          <a:xfrm>
            <a:off x="786185" y="1610034"/>
            <a:ext cx="10619627" cy="42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5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5F70-E45A-4B76-A04A-A09C18A2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6" y="348343"/>
            <a:ext cx="9875520" cy="8890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TWO TYPES OF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744E3-CEF8-4C5A-BC1D-64CF1502E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773" y="1361715"/>
            <a:ext cx="5326168" cy="49677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PROKARYOTIC</a:t>
            </a:r>
          </a:p>
          <a:p>
            <a:r>
              <a:rPr lang="en-US" sz="2400" dirty="0">
                <a:solidFill>
                  <a:schemeClr val="tx1"/>
                </a:solidFill>
              </a:rPr>
              <a:t>Single-celled organism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No true nucleus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No membrane-bound organelles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B06A8-9A8B-404A-85D5-952017BFE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376" y="1361715"/>
            <a:ext cx="5233851" cy="48434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EUKARYOTIC</a:t>
            </a:r>
          </a:p>
          <a:p>
            <a:r>
              <a:rPr lang="en-US" sz="2400" dirty="0">
                <a:solidFill>
                  <a:schemeClr val="tx1"/>
                </a:solidFill>
              </a:rPr>
              <a:t>Single-celled or multicellular organisms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True nucleus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Membrane-bound organelles</a:t>
            </a:r>
          </a:p>
        </p:txBody>
      </p:sp>
      <p:pic>
        <p:nvPicPr>
          <p:cNvPr id="6" name="Picture 5" descr="Prokaryotic Cells | BioNinja">
            <a:extLst>
              <a:ext uri="{FF2B5EF4-FFF2-40B4-BE49-F238E27FC236}">
                <a16:creationId xmlns:a16="http://schemas.microsoft.com/office/drawing/2014/main" id="{5A15660E-E86A-6359-929E-326553B8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07" y="3946803"/>
            <a:ext cx="3921465" cy="2394834"/>
          </a:xfrm>
          <a:prstGeom prst="rect">
            <a:avLst/>
          </a:prstGeom>
        </p:spPr>
      </p:pic>
      <p:pic>
        <p:nvPicPr>
          <p:cNvPr id="7" name="Picture 6" descr="Eukaryotic Cells | BioNinja">
            <a:extLst>
              <a:ext uri="{FF2B5EF4-FFF2-40B4-BE49-F238E27FC236}">
                <a16:creationId xmlns:a16="http://schemas.microsoft.com/office/drawing/2014/main" id="{0479DCDF-FFE5-BEC4-DA22-06B163A2FE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10" t="8353" r="13446"/>
          <a:stretch/>
        </p:blipFill>
        <p:spPr>
          <a:xfrm>
            <a:off x="7067800" y="4037162"/>
            <a:ext cx="3214887" cy="24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2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F65F-88CF-44C2-8221-1C21A447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57200"/>
            <a:ext cx="7040880" cy="79857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PROKARYOTES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D6C4-C87F-4183-AACC-9379C50F0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1423358"/>
            <a:ext cx="4585108" cy="46247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Most abundant &amp; diverse form of life </a:t>
            </a:r>
          </a:p>
          <a:p>
            <a:r>
              <a:rPr lang="en-US" sz="2800" dirty="0">
                <a:solidFill>
                  <a:schemeClr val="tx1"/>
                </a:solidFill>
              </a:rPr>
              <a:t>Found in all habitats – water, air, soil, in/on other organisms</a:t>
            </a:r>
          </a:p>
          <a:p>
            <a:r>
              <a:rPr lang="en-US" sz="2800" dirty="0">
                <a:solidFill>
                  <a:schemeClr val="tx1"/>
                </a:solidFill>
              </a:rPr>
              <a:t>Structurally less complicated BUT metabolic capabilities exceed eukaryotes</a:t>
            </a:r>
          </a:p>
          <a:p>
            <a:r>
              <a:rPr lang="en-US" sz="2800" dirty="0">
                <a:solidFill>
                  <a:schemeClr val="tx1"/>
                </a:solidFill>
              </a:rPr>
              <a:t>History dates to first cells on Earth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9E0D4-9595-428A-A185-6A6DD0DB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043" y="1421388"/>
            <a:ext cx="3361020" cy="488289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PROS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Decomposers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Contribute to all ecological cycles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Used in manufacturing chemicals, food, medicine, etc.</a:t>
            </a:r>
          </a:p>
          <a:p>
            <a:pPr marL="274320" lvl="1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CONS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Many cause disease – anthrax, tetanus, tuberculosis, strep throat,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996B2-F2C8-4935-A118-50554933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3569208"/>
            <a:ext cx="2895600" cy="289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EE2E5-6645-4A80-A85B-12ADD539BE5B}"/>
              </a:ext>
            </a:extLst>
          </p:cNvPr>
          <p:cNvSpPr txBox="1"/>
          <p:nvPr/>
        </p:nvSpPr>
        <p:spPr>
          <a:xfrm>
            <a:off x="7845552" y="6053766"/>
            <a:ext cx="11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Salmonella enterica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940575-9521-4E26-ACFF-6FA889653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553715"/>
            <a:ext cx="3197352" cy="21760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281A4-6AC5-4386-BFA6-18F5E135B765}"/>
              </a:ext>
            </a:extLst>
          </p:cNvPr>
          <p:cNvSpPr txBox="1"/>
          <p:nvPr/>
        </p:nvSpPr>
        <p:spPr>
          <a:xfrm>
            <a:off x="10668008" y="2704017"/>
            <a:ext cx="1289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Lactobacillus acidophilus</a:t>
            </a:r>
          </a:p>
        </p:txBody>
      </p:sp>
    </p:spTree>
    <p:extLst>
      <p:ext uri="{BB962C8B-B14F-4D97-AF65-F5344CB8AC3E}">
        <p14:creationId xmlns:p14="http://schemas.microsoft.com/office/powerpoint/2010/main" val="347730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D4F3-3913-432F-B03A-891EBCE0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534" y="288185"/>
            <a:ext cx="9875520" cy="7071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PROKARYOTIC CELL STRUCTURE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A1E191-4BCA-4DE4-93AF-256263B0FE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13" t="4502" r="6415" b="9701"/>
          <a:stretch>
            <a:fillRect/>
          </a:stretch>
        </p:blipFill>
        <p:spPr>
          <a:xfrm>
            <a:off x="376221" y="1955503"/>
            <a:ext cx="5166420" cy="345188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18FBE-B404-4267-B657-47C0A28E7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0818" y="1052031"/>
            <a:ext cx="6274961" cy="52588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Cell envelope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Plasma membrane </a:t>
            </a:r>
            <a:r>
              <a:rPr lang="en-US" sz="2500" dirty="0">
                <a:solidFill>
                  <a:schemeClr val="tx1"/>
                </a:solidFill>
              </a:rPr>
              <a:t>– phospholipid bilayer, controls entrance &amp; exit of materials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Cell wall </a:t>
            </a:r>
            <a:r>
              <a:rPr lang="en-US" sz="2500" dirty="0">
                <a:solidFill>
                  <a:schemeClr val="tx1"/>
                </a:solidFill>
              </a:rPr>
              <a:t>– semi-rigid casing provides structure &amp; maintains shape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Capsule</a:t>
            </a:r>
            <a:r>
              <a:rPr lang="en-US" sz="2500" dirty="0"/>
              <a:t> </a:t>
            </a:r>
            <a:r>
              <a:rPr lang="en-US" sz="2500" dirty="0">
                <a:solidFill>
                  <a:schemeClr val="tx1"/>
                </a:solidFill>
              </a:rPr>
              <a:t>– gel-like coating protects from dehydration &amp; host immune system</a:t>
            </a:r>
          </a:p>
          <a:p>
            <a:r>
              <a:rPr lang="en-US" sz="2500" dirty="0">
                <a:solidFill>
                  <a:schemeClr val="tx1"/>
                </a:solidFill>
              </a:rPr>
              <a:t>External structures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Flagellum</a:t>
            </a:r>
            <a:r>
              <a:rPr lang="en-US" sz="2500" dirty="0"/>
              <a:t> </a:t>
            </a:r>
            <a:r>
              <a:rPr lang="en-US" sz="2500" dirty="0">
                <a:solidFill>
                  <a:schemeClr val="tx1"/>
                </a:solidFill>
              </a:rPr>
              <a:t>– appendage used in movement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Fimbria</a:t>
            </a:r>
            <a:r>
              <a:rPr lang="en-US" sz="2500" dirty="0"/>
              <a:t> </a:t>
            </a:r>
            <a:r>
              <a:rPr lang="en-US" sz="2500" dirty="0">
                <a:solidFill>
                  <a:schemeClr val="tx1"/>
                </a:solidFill>
              </a:rPr>
              <a:t>– hair-like bristles allow adhesion to surfaces or other cells</a:t>
            </a:r>
          </a:p>
          <a:p>
            <a:pPr lvl="1"/>
            <a:r>
              <a:rPr lang="en-US" sz="2500" b="1" dirty="0">
                <a:solidFill>
                  <a:srgbClr val="00B0F0"/>
                </a:solidFill>
              </a:rPr>
              <a:t>Pili</a:t>
            </a:r>
            <a:r>
              <a:rPr lang="en-US" sz="2500" dirty="0"/>
              <a:t> </a:t>
            </a:r>
            <a:r>
              <a:rPr lang="en-US" sz="2500" dirty="0">
                <a:solidFill>
                  <a:schemeClr val="tx1"/>
                </a:solidFill>
              </a:rPr>
              <a:t>– tubular structures used in conjugation (DNA transfer from cell to cell)</a:t>
            </a:r>
          </a:p>
        </p:txBody>
      </p:sp>
    </p:spTree>
    <p:extLst>
      <p:ext uri="{BB962C8B-B14F-4D97-AF65-F5344CB8AC3E}">
        <p14:creationId xmlns:p14="http://schemas.microsoft.com/office/powerpoint/2010/main" val="1504534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D4F3-3913-432F-B03A-891EBCE0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2987"/>
            <a:ext cx="9875520" cy="7071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PROKARYOTIC CELL STRUCTURE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A1E191-4BCA-4DE4-93AF-256263B0FE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2488" r="6703" b="9701"/>
          <a:stretch>
            <a:fillRect/>
          </a:stretch>
        </p:blipFill>
        <p:spPr>
          <a:xfrm>
            <a:off x="364454" y="1865266"/>
            <a:ext cx="5162247" cy="353292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18FBE-B404-4267-B657-47C0A28E7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5949" y="1032792"/>
            <a:ext cx="6531886" cy="54960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Interior elements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Cytoplasm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semifluid solution containing organic &amp; inorganic molecules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Ribosomes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site of protein synthesis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Chromosome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one long, circular DNA strand</a:t>
            </a:r>
          </a:p>
          <a:p>
            <a:pPr lvl="2"/>
            <a:r>
              <a:rPr lang="en-US" sz="2400" b="1" dirty="0">
                <a:solidFill>
                  <a:srgbClr val="00B0F0"/>
                </a:solidFill>
              </a:rPr>
              <a:t>Nucleoid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– area containing chromosome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Plasmid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extra piece of circular DNA, contains extra genes (antibiotic resistance, environment tolerance, etc.)</a:t>
            </a:r>
          </a:p>
          <a:p>
            <a:pPr lvl="1"/>
            <a:r>
              <a:rPr lang="en-US" sz="2600" b="1" dirty="0" err="1">
                <a:solidFill>
                  <a:srgbClr val="00B0F0"/>
                </a:solidFill>
              </a:rPr>
              <a:t>Mesosome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small bunch of ribosomes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Thylakoids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– only in photosynthetic cells, absorbs solar energy for photosynthesis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3982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BF51-CADB-4ADD-A0BE-B9A17A56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187" y="320281"/>
            <a:ext cx="9875520" cy="82119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EUKARYOTES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E308-74C2-4A08-BEA2-ACDF1C01E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1290" y="1250830"/>
            <a:ext cx="5975684" cy="52173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>
                <a:solidFill>
                  <a:schemeClr val="tx1"/>
                </a:solidFill>
              </a:rPr>
              <a:t>Contain nucleus &amp; organelles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Organelles - membrane-bound compartments with specific functions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Cooperation of organelles makes cell system more efficient &amp; successful</a:t>
            </a:r>
          </a:p>
          <a:p>
            <a:r>
              <a:rPr lang="en-US" sz="2600" dirty="0">
                <a:solidFill>
                  <a:schemeClr val="tx1"/>
                </a:solidFill>
              </a:rPr>
              <a:t>Ability to specialize gives selective advantage over prokaryotes</a:t>
            </a:r>
          </a:p>
          <a:p>
            <a:r>
              <a:rPr lang="en-US" sz="2600" dirty="0">
                <a:solidFill>
                  <a:schemeClr val="tx1"/>
                </a:solidFill>
              </a:rPr>
              <a:t>Diagram depicts general cell structures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Specialized cells may have more or less of particular organelles (ex: human RBC have no nucleus or mitochondria)</a:t>
            </a:r>
          </a:p>
        </p:txBody>
      </p:sp>
      <p:pic>
        <p:nvPicPr>
          <p:cNvPr id="7" name="Content Placeholder 6" descr="Eukaryotic Cell Labeling Quiz">
            <a:extLst>
              <a:ext uri="{FF2B5EF4-FFF2-40B4-BE49-F238E27FC236}">
                <a16:creationId xmlns:a16="http://schemas.microsoft.com/office/drawing/2014/main" id="{4B1F601D-C1C6-D86E-B582-902843A9E9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645" t="8455" r="12630" b="9621"/>
          <a:stretch>
            <a:fillRect/>
          </a:stretch>
        </p:blipFill>
        <p:spPr>
          <a:xfrm>
            <a:off x="6466974" y="1250830"/>
            <a:ext cx="5351886" cy="474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17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261257"/>
            <a:ext cx="9875520" cy="81506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70518-BB51-45D3-AEA3-08DFF9769D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519" y="1366375"/>
            <a:ext cx="6228379" cy="333613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9932B-FCB1-4A6C-BE7B-6CD4BE651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7806" y="1168691"/>
            <a:ext cx="5031378" cy="534640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PLASMA MEMBRANE</a:t>
            </a:r>
          </a:p>
          <a:p>
            <a:r>
              <a:rPr lang="en-US" sz="3000" b="1" dirty="0">
                <a:solidFill>
                  <a:srgbClr val="00B0F0"/>
                </a:solidFill>
              </a:rPr>
              <a:t>Outer surface that regulates entrance &amp; exit of molecules</a:t>
            </a:r>
          </a:p>
          <a:p>
            <a:pPr lvl="1"/>
            <a:r>
              <a:rPr lang="en-US" sz="3000" b="1" dirty="0">
                <a:solidFill>
                  <a:srgbClr val="00B0F0"/>
                </a:solidFill>
              </a:rPr>
              <a:t>Semi-permeable – allows some materials to pass while blocking others</a:t>
            </a:r>
          </a:p>
          <a:p>
            <a:r>
              <a:rPr lang="en-US" sz="2500" dirty="0">
                <a:solidFill>
                  <a:schemeClr val="tx1"/>
                </a:solidFill>
              </a:rPr>
              <a:t>Phospholipid bilayer with embedded proteins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Site for some chemical reactions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Chemical receptors and identifiers provide information about environment to nucleus </a:t>
            </a:r>
          </a:p>
          <a:p>
            <a:pPr lvl="1"/>
            <a:endParaRPr lang="en-US" sz="2500" dirty="0">
              <a:solidFill>
                <a:schemeClr val="tx1"/>
              </a:solidFill>
            </a:endParaRPr>
          </a:p>
          <a:p>
            <a:pPr marL="274320" lvl="1" indent="0" algn="ctr">
              <a:buNone/>
            </a:pPr>
            <a:r>
              <a:rPr lang="en-US" sz="2500" dirty="0">
                <a:solidFill>
                  <a:schemeClr val="tx1"/>
                </a:solidFill>
              </a:rPr>
              <a:t>More details in Ch. 5…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E1FFAD-C105-453C-AC1C-3BDFD9414D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106" r="1319" b="13046"/>
          <a:stretch/>
        </p:blipFill>
        <p:spPr>
          <a:xfrm>
            <a:off x="1786128" y="4267995"/>
            <a:ext cx="3797808" cy="23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9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283029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6BB27-1766-4A3C-98FE-CAD23F85D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899" y="1229651"/>
            <a:ext cx="4750294" cy="49795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CYTOSKELETON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The cell’s skeleton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Network of tubules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Provide support for cell shape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Move organelles through cytoplasm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Involved in cell division - centrioles</a:t>
            </a:r>
          </a:p>
          <a:p>
            <a:pPr marL="45720" indent="0">
              <a:buNone/>
            </a:pPr>
            <a:endParaRPr lang="en-US" sz="2400" dirty="0"/>
          </a:p>
        </p:txBody>
      </p:sp>
      <p:pic>
        <p:nvPicPr>
          <p:cNvPr id="5" name="Content Placeholder 4" descr="Cytoskeleton Structure and Function with Diagram">
            <a:extLst>
              <a:ext uri="{FF2B5EF4-FFF2-40B4-BE49-F238E27FC236}">
                <a16:creationId xmlns:a16="http://schemas.microsoft.com/office/drawing/2014/main" id="{F647F540-DA82-DD3C-F1AD-854D923B75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112" r="1863"/>
          <a:stretch>
            <a:fillRect/>
          </a:stretch>
        </p:blipFill>
        <p:spPr>
          <a:xfrm>
            <a:off x="4786994" y="1714500"/>
            <a:ext cx="7069662" cy="387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2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AC18-4060-2C9A-3DE3-0CDB759D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DCBC8-21F9-5003-388C-704EEC32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82392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29054-01B5-FC68-6A17-D26B07818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3599" y="1328302"/>
            <a:ext cx="5963915" cy="50448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CYTOSKELETON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Three types of tubules: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Microtubules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– largest, rigid, holds shape, external structures like cilia &amp; flagella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Intermediate filaments </a:t>
            </a:r>
            <a:r>
              <a:rPr lang="en-US" sz="2800" dirty="0">
                <a:solidFill>
                  <a:schemeClr val="tx1"/>
                </a:solidFill>
              </a:rPr>
              <a:t>– anchors organelles in place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Microfilaments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– smallest, flexible, allow changes in cell shape, aid in division</a:t>
            </a:r>
          </a:p>
        </p:txBody>
      </p:sp>
      <p:pic>
        <p:nvPicPr>
          <p:cNvPr id="5" name="Content Placeholder 4" descr="Cytoskeleton and Filaments – Veterinary Histology">
            <a:extLst>
              <a:ext uri="{FF2B5EF4-FFF2-40B4-BE49-F238E27FC236}">
                <a16:creationId xmlns:a16="http://schemas.microsoft.com/office/drawing/2014/main" id="{0F161546-D96A-FC06-291E-3D7BB24F83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2888" y="1479525"/>
            <a:ext cx="5611812" cy="473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76" y="313891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6BB27-1766-4A3C-98FE-CAD23F85D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115" y="1121434"/>
            <a:ext cx="5990821" cy="5572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APPENDAGES</a:t>
            </a:r>
          </a:p>
          <a:p>
            <a:r>
              <a:rPr lang="en-US" sz="2500" dirty="0">
                <a:solidFill>
                  <a:schemeClr val="tx1"/>
                </a:solidFill>
              </a:rPr>
              <a:t>Hair-like projections that move cell through liquid or moves liquid over cell</a:t>
            </a:r>
          </a:p>
          <a:p>
            <a:r>
              <a:rPr lang="en-US" sz="2500" dirty="0">
                <a:solidFill>
                  <a:schemeClr val="tx1"/>
                </a:solidFill>
              </a:rPr>
              <a:t>Constructed of microtubules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Flagella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Long, slender, threadlike structures 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Examples: Euglena, human sperm cell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Cilia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Short, hair-like structures on cell surface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Example: Paramecium, human lung cells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37B6F-924C-4D5A-A8EA-14B8CCD660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293" t="12723" r="3985" b="223"/>
          <a:stretch>
            <a:fillRect/>
          </a:stretch>
        </p:blipFill>
        <p:spPr>
          <a:xfrm>
            <a:off x="6516429" y="1640260"/>
            <a:ext cx="5265690" cy="424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66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026" y="268705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F69C3-7AF6-4171-96AA-8F2CB9BA92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7744" y="978092"/>
            <a:ext cx="4551680" cy="29260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7DE73-4D77-4BFD-A5F5-D2452E82D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467" y="1087976"/>
            <a:ext cx="5562727" cy="536119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NUCLEUS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Controls all cell activities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- “brain” of the cell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Nuclear envelope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– membrane that surrounds nucleus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Contains pores to control entry &amp; exit of materials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Nucleolus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– dark region produces ribosome subunits (rRNA)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Chromosomes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– DNA wrapped around proteins, contains genetic info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392C7-A87C-41F0-9B2D-1A873722CE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003" t="4490" r="14360" b="37143"/>
          <a:stretch>
            <a:fillRect/>
          </a:stretch>
        </p:blipFill>
        <p:spPr>
          <a:xfrm>
            <a:off x="346736" y="3956876"/>
            <a:ext cx="2230356" cy="2498927"/>
          </a:xfrm>
          <a:prstGeom prst="rect">
            <a:avLst/>
          </a:prstGeom>
        </p:spPr>
      </p:pic>
      <p:pic>
        <p:nvPicPr>
          <p:cNvPr id="3" name="Graphic 2" descr="File:Eukaryote DNA-en.svg - Wikimedia Commons">
            <a:extLst>
              <a:ext uri="{FF2B5EF4-FFF2-40B4-BE49-F238E27FC236}">
                <a16:creationId xmlns:a16="http://schemas.microsoft.com/office/drawing/2014/main" id="{FD968B0F-8318-2804-88B8-FC83C7418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7362" y="4065545"/>
            <a:ext cx="3517105" cy="238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67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270101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64CF6-35D6-47A5-A9A4-F807E2ADB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052424"/>
            <a:ext cx="6745765" cy="54598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ctr">
              <a:buNone/>
            </a:pPr>
            <a:r>
              <a:rPr lang="en-US" sz="3600" b="1" dirty="0"/>
              <a:t>ENDOPLASMIC RETICULUM</a:t>
            </a:r>
          </a:p>
          <a:p>
            <a:r>
              <a:rPr lang="en-US" sz="2500" dirty="0">
                <a:solidFill>
                  <a:schemeClr val="tx1"/>
                </a:solidFill>
              </a:rPr>
              <a:t>Series of membranes form flattened sheets, sacs, &amp; tubes 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Continuous with nuclear membrane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Embedded enzymes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Large surface area for enzyme activities</a:t>
            </a:r>
          </a:p>
          <a:p>
            <a:r>
              <a:rPr lang="en-US" sz="3200" b="1" dirty="0">
                <a:solidFill>
                  <a:srgbClr val="00B0F0"/>
                </a:solidFill>
              </a:rPr>
              <a:t>Rough ER</a:t>
            </a:r>
          </a:p>
          <a:p>
            <a:pPr lvl="1"/>
            <a:r>
              <a:rPr lang="en-US" sz="3200" b="1" dirty="0">
                <a:solidFill>
                  <a:srgbClr val="00B0F0"/>
                </a:solidFill>
              </a:rPr>
              <a:t>Site of protein synthesis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Studded with ribosomes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Smooth ER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Site of lipid synthesis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Lacks ribosomes</a:t>
            </a:r>
          </a:p>
        </p:txBody>
      </p:sp>
      <p:pic>
        <p:nvPicPr>
          <p:cNvPr id="7" name="Content Placeholder 6" descr="Endoplasmic Reticulum - Science Facts">
            <a:extLst>
              <a:ext uri="{FF2B5EF4-FFF2-40B4-BE49-F238E27FC236}">
                <a16:creationId xmlns:a16="http://schemas.microsoft.com/office/drawing/2014/main" id="{83ADB991-3FE2-BEEA-C1F8-47CD6D3A5A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2426" b="4438"/>
          <a:stretch>
            <a:fillRect/>
          </a:stretch>
        </p:blipFill>
        <p:spPr>
          <a:xfrm>
            <a:off x="7157245" y="783431"/>
            <a:ext cx="4582953" cy="3833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1EB80-BD8F-4696-B417-84880E9B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60" y="4698362"/>
            <a:ext cx="4088035" cy="203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29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40506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8" name="Content Placeholder 7" descr="Ribosomes in Biology: Definition, Types and Importance | AESL">
            <a:extLst>
              <a:ext uri="{FF2B5EF4-FFF2-40B4-BE49-F238E27FC236}">
                <a16:creationId xmlns:a16="http://schemas.microsoft.com/office/drawing/2014/main" id="{17E7C3BD-8CE1-B3A4-524B-034F69989F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066" t="7985" r="12433" b="3802"/>
          <a:stretch>
            <a:fillRect/>
          </a:stretch>
        </p:blipFill>
        <p:spPr>
          <a:xfrm>
            <a:off x="460261" y="1207764"/>
            <a:ext cx="5801772" cy="276667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E8844-DBA2-4561-8642-902A0694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8219" y="1400175"/>
            <a:ext cx="5253487" cy="5062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RIBOSOMES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Particles that carry out protein synthesis</a:t>
            </a:r>
          </a:p>
          <a:p>
            <a:r>
              <a:rPr lang="en-US" sz="2800" dirty="0">
                <a:solidFill>
                  <a:schemeClr val="tx1"/>
                </a:solidFill>
              </a:rPr>
              <a:t>Made of protein &amp; ribosomal RNA (rRNA)</a:t>
            </a:r>
          </a:p>
          <a:p>
            <a:r>
              <a:rPr lang="en-US" sz="2800" dirty="0">
                <a:solidFill>
                  <a:schemeClr val="tx1"/>
                </a:solidFill>
              </a:rPr>
              <a:t>Two subunits join during synthesis</a:t>
            </a:r>
          </a:p>
          <a:p>
            <a:r>
              <a:rPr lang="en-US" sz="2800" dirty="0">
                <a:solidFill>
                  <a:schemeClr val="tx1"/>
                </a:solidFill>
              </a:rPr>
              <a:t>Can be free-floating in cytoplasm or attached to rough 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152F5A-AA4A-4702-836F-2628D7B50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49" y="4131166"/>
            <a:ext cx="3522054" cy="223563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0E642DD-6C99-6B5B-8C1C-C8DF9FD7A33C}"/>
              </a:ext>
            </a:extLst>
          </p:cNvPr>
          <p:cNvSpPr/>
          <p:nvPr/>
        </p:nvSpPr>
        <p:spPr>
          <a:xfrm>
            <a:off x="5881687" y="1214437"/>
            <a:ext cx="690562" cy="60721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75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12" y="264319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DAA64-C7F1-4EA3-9A80-5231D621F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189" y="979552"/>
            <a:ext cx="7082286" cy="55360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ctr">
              <a:buNone/>
            </a:pPr>
            <a:r>
              <a:rPr lang="en-US" sz="3600" b="1" dirty="0">
                <a:solidFill>
                  <a:srgbClr val="00B0F0"/>
                </a:solidFill>
              </a:rPr>
              <a:t>GOLGI APPARATUS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Processes, packages, &amp; secretes proteins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Cisternae – membranes form flattened sacs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Two sides:</a:t>
            </a:r>
          </a:p>
          <a:p>
            <a:pPr lvl="1"/>
            <a:r>
              <a:rPr lang="en-US" sz="2400" b="1" dirty="0">
                <a:solidFill>
                  <a:srgbClr val="00B0F0"/>
                </a:solidFill>
              </a:rPr>
              <a:t>Cis </a:t>
            </a:r>
            <a:r>
              <a:rPr lang="en-US" sz="2400" dirty="0">
                <a:solidFill>
                  <a:schemeClr val="tx1"/>
                </a:solidFill>
              </a:rPr>
              <a:t>– receiving side, accepts molecules from other organelles</a:t>
            </a:r>
          </a:p>
          <a:p>
            <a:pPr lvl="1"/>
            <a:r>
              <a:rPr lang="en-US" sz="2400" b="1" dirty="0">
                <a:solidFill>
                  <a:srgbClr val="00B0F0"/>
                </a:solidFill>
              </a:rPr>
              <a:t>Trans </a:t>
            </a:r>
            <a:r>
              <a:rPr lang="en-US" sz="2400" dirty="0">
                <a:solidFill>
                  <a:schemeClr val="tx1"/>
                </a:solidFill>
              </a:rPr>
              <a:t>– shipping side, sends molecules to other organelles or to membrane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Two types of </a:t>
            </a:r>
            <a:r>
              <a:rPr lang="en-US" sz="2800" b="1" dirty="0">
                <a:solidFill>
                  <a:srgbClr val="00B0F0"/>
                </a:solidFill>
              </a:rPr>
              <a:t>vesicles</a:t>
            </a:r>
            <a:r>
              <a:rPr lang="en-US" sz="2400" dirty="0"/>
              <a:t>: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Transport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– pick up or deliver materials to/from other organelles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Secretory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– carries molecules to cell membrane for excretion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2FE5FE-1DF9-407D-8035-0D9F815DED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6457" b="12840"/>
          <a:stretch/>
        </p:blipFill>
        <p:spPr>
          <a:xfrm>
            <a:off x="7151298" y="1325880"/>
            <a:ext cx="4368145" cy="3094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755CBB-1D9F-411B-AFA2-740B28EAC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758" y="4420143"/>
            <a:ext cx="21812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58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59651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E0C8B3-2A16-49FD-A35D-983FB33EB8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887" t="5515" r="3084" b="7353"/>
          <a:stretch>
            <a:fillRect/>
          </a:stretch>
        </p:blipFill>
        <p:spPr>
          <a:xfrm>
            <a:off x="422438" y="1051714"/>
            <a:ext cx="5449596" cy="279332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B7AD9-951E-4E9E-8788-F7E9B16EE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7327" y="1143001"/>
            <a:ext cx="5845865" cy="538829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" indent="0" algn="ctr">
              <a:buNone/>
            </a:pPr>
            <a:r>
              <a:rPr lang="en-US" sz="3900" b="1" dirty="0">
                <a:solidFill>
                  <a:srgbClr val="00B0F0"/>
                </a:solidFill>
              </a:rPr>
              <a:t>MITOCHONDRIA</a:t>
            </a:r>
          </a:p>
          <a:p>
            <a:r>
              <a:rPr lang="en-US" sz="2600" dirty="0">
                <a:solidFill>
                  <a:schemeClr val="tx1"/>
                </a:solidFill>
              </a:rPr>
              <a:t>“Powerhouse of the cell”</a:t>
            </a:r>
          </a:p>
          <a:p>
            <a:r>
              <a:rPr lang="en-US" sz="3000" b="1" dirty="0">
                <a:solidFill>
                  <a:srgbClr val="00B0F0"/>
                </a:solidFill>
              </a:rPr>
              <a:t>Generates ATP as primary energy source in cells</a:t>
            </a:r>
          </a:p>
          <a:p>
            <a:r>
              <a:rPr lang="en-US" sz="2600" dirty="0">
                <a:solidFill>
                  <a:schemeClr val="tx1"/>
                </a:solidFill>
              </a:rPr>
              <a:t>Double membrane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Outer membrane – encompasses organelle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Inner membrane – forms folds called cristae – more room for reactions to occur</a:t>
            </a:r>
          </a:p>
          <a:p>
            <a:r>
              <a:rPr lang="en-US" sz="2600" dirty="0">
                <a:solidFill>
                  <a:schemeClr val="tx1"/>
                </a:solidFill>
              </a:rPr>
              <a:t>Contains its own DNA &amp; ribosomes – can synthesize most proteins it requires</a:t>
            </a:r>
          </a:p>
          <a:p>
            <a:r>
              <a:rPr lang="en-US" sz="2600" dirty="0">
                <a:solidFill>
                  <a:schemeClr val="tx1"/>
                </a:solidFill>
              </a:rPr>
              <a:t>Replicates by binary fission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26405-A8CA-4893-92AA-C04886DC9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105657"/>
            <a:ext cx="3738964" cy="24256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1186FC-7A0B-4343-84B6-30B8EEEE832F}"/>
              </a:ext>
            </a:extLst>
          </p:cNvPr>
          <p:cNvSpPr/>
          <p:nvPr/>
        </p:nvSpPr>
        <p:spPr>
          <a:xfrm>
            <a:off x="5365630" y="3579962"/>
            <a:ext cx="611697" cy="340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777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59651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7" name="Content Placeholder 6" descr="Vacuoles - GeeksforGeeks">
            <a:extLst>
              <a:ext uri="{FF2B5EF4-FFF2-40B4-BE49-F238E27FC236}">
                <a16:creationId xmlns:a16="http://schemas.microsoft.com/office/drawing/2014/main" id="{6F6B47E3-BF08-3368-3D4B-E3A427BB74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3644" r="3136" b="4049"/>
          <a:stretch>
            <a:fillRect/>
          </a:stretch>
        </p:blipFill>
        <p:spPr>
          <a:xfrm>
            <a:off x="1255997" y="3789591"/>
            <a:ext cx="3314021" cy="271316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B7AD9-951E-4E9E-8788-F7E9B16EE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543" y="979716"/>
            <a:ext cx="6224649" cy="561689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MICROBODIES</a:t>
            </a:r>
          </a:p>
          <a:p>
            <a:r>
              <a:rPr lang="en-US" sz="3000" b="1" dirty="0">
                <a:solidFill>
                  <a:srgbClr val="00B0F0"/>
                </a:solidFill>
              </a:rPr>
              <a:t>LYSOSOME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Type of vesicle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Breaks down macromolecules or worn-out cell parts</a:t>
            </a:r>
          </a:p>
          <a:p>
            <a:r>
              <a:rPr lang="en-US" sz="3000" b="1" dirty="0">
                <a:solidFill>
                  <a:srgbClr val="00B0F0"/>
                </a:solidFill>
              </a:rPr>
              <a:t>PEROXISOME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Type of vesicle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Breaks down potentially harmful materials</a:t>
            </a:r>
          </a:p>
          <a:p>
            <a:r>
              <a:rPr lang="en-US" sz="3000" b="1" dirty="0">
                <a:solidFill>
                  <a:srgbClr val="00B0F0"/>
                </a:solidFill>
              </a:rPr>
              <a:t>VACULOLE</a:t>
            </a:r>
          </a:p>
          <a:p>
            <a:pPr lvl="1"/>
            <a:r>
              <a:rPr lang="en-US" sz="2600" b="1" dirty="0">
                <a:solidFill>
                  <a:srgbClr val="00B0F0"/>
                </a:solidFill>
              </a:rPr>
              <a:t>Membranous sac, storage site</a:t>
            </a:r>
          </a:p>
          <a:p>
            <a:pPr lvl="2"/>
            <a:r>
              <a:rPr lang="en-US" sz="2200" dirty="0">
                <a:solidFill>
                  <a:schemeClr val="tx1"/>
                </a:solidFill>
              </a:rPr>
              <a:t>Protists – secretes excess water or aids in digestion</a:t>
            </a:r>
          </a:p>
          <a:p>
            <a:pPr lvl="2"/>
            <a:r>
              <a:rPr lang="en-US" sz="2200" dirty="0">
                <a:solidFill>
                  <a:schemeClr val="tx1"/>
                </a:solidFill>
              </a:rPr>
              <a:t>Animals – less common, found in fat cells</a:t>
            </a:r>
          </a:p>
          <a:p>
            <a:pPr lvl="2"/>
            <a:r>
              <a:rPr lang="en-US" sz="2200" dirty="0">
                <a:solidFill>
                  <a:schemeClr val="tx1"/>
                </a:solidFill>
              </a:rPr>
              <a:t>Plants – necessary for plant structure &amp; function</a:t>
            </a:r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3" name="Picture 2" descr="Lysosomes: Structure, Functions, Diagram">
            <a:extLst>
              <a:ext uri="{FF2B5EF4-FFF2-40B4-BE49-F238E27FC236}">
                <a16:creationId xmlns:a16="http://schemas.microsoft.com/office/drawing/2014/main" id="{F2F56A74-74A9-7289-F459-7E421E58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9" y="1159089"/>
            <a:ext cx="4922042" cy="252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28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DF4-EF9E-4C2C-ABAA-5573E426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052" y="252507"/>
            <a:ext cx="9875520" cy="716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EUKARYOTIC CELL STRUCTURE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AFFF12B-3708-4059-8B15-9E316AF7F2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-324" b="12626"/>
          <a:stretch>
            <a:fillRect/>
          </a:stretch>
        </p:blipFill>
        <p:spPr>
          <a:xfrm>
            <a:off x="7001312" y="1052131"/>
            <a:ext cx="4262321" cy="238013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B7AD9-951E-4E9E-8788-F7E9B16EE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819" y="1052131"/>
            <a:ext cx="6052693" cy="55533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PLANT CELL STRUCTURES</a:t>
            </a:r>
          </a:p>
          <a:p>
            <a:r>
              <a:rPr lang="en-US" sz="3500" b="1" dirty="0">
                <a:solidFill>
                  <a:srgbClr val="00B0F0"/>
                </a:solidFill>
              </a:rPr>
              <a:t>CHLOROPLAST</a:t>
            </a:r>
          </a:p>
          <a:p>
            <a:pPr lvl="1"/>
            <a:r>
              <a:rPr lang="en-US" sz="3000" b="1" dirty="0">
                <a:solidFill>
                  <a:srgbClr val="00B0F0"/>
                </a:solidFill>
              </a:rPr>
              <a:t>Site of photosynthesis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Double membrane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Thylakoids – flattened membrane structures trap light energy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Contains own DNA &amp; ribosomes – can synthesize most proteins it requires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Replicates by binary fission </a:t>
            </a:r>
            <a:endParaRPr lang="en-US" sz="2400" dirty="0"/>
          </a:p>
          <a:p>
            <a:r>
              <a:rPr lang="en-US" sz="3500" b="1" dirty="0">
                <a:solidFill>
                  <a:srgbClr val="00B0F0"/>
                </a:solidFill>
              </a:rPr>
              <a:t>CELL WALL</a:t>
            </a:r>
          </a:p>
          <a:p>
            <a:pPr lvl="1"/>
            <a:r>
              <a:rPr lang="en-US" sz="3000" b="1" dirty="0">
                <a:solidFill>
                  <a:srgbClr val="00B0F0"/>
                </a:solidFill>
              </a:rPr>
              <a:t>Rigid structure outside of plasma membrane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Structural support &amp; cell shape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Different composition from bacterial cell walls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94E8BA-D8F4-41BC-8583-C2D46051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457" y="3743651"/>
            <a:ext cx="2733675" cy="25771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5233E7-210C-41DB-8765-AACAEC1297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71"/>
          <a:stretch/>
        </p:blipFill>
        <p:spPr>
          <a:xfrm>
            <a:off x="9139981" y="3846142"/>
            <a:ext cx="2569999" cy="237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37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C6BD-8CA5-44FE-9A04-15250DC5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48343"/>
            <a:ext cx="9875520" cy="75285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HISTORY OF EUKARYOTIC CELLS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3F712-FE3A-4440-918D-8D53564D91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80358" y="1096980"/>
            <a:ext cx="9879773" cy="302595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35BB2-37A0-4158-BA67-189A87095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2139" y="3709359"/>
            <a:ext cx="8078124" cy="289799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First eukaryotic cells appeared 2-3 billion years ago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Prokaryotes &amp; eukaryotes evolved from common ancestor</a:t>
            </a:r>
          </a:p>
          <a:p>
            <a:r>
              <a:rPr lang="en-US" sz="2400" dirty="0">
                <a:solidFill>
                  <a:schemeClr val="tx1"/>
                </a:solidFill>
              </a:rPr>
              <a:t>Eukaryotes evolved to contain organelles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Large cells engulfed small, primitive cells – symbiotic relationship</a:t>
            </a:r>
          </a:p>
          <a:p>
            <a:pPr lvl="2">
              <a:buFont typeface="Wingdings" pitchFamily="34" charset="0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Aerobic cell became mitochondrion</a:t>
            </a:r>
          </a:p>
          <a:p>
            <a:pPr lvl="2">
              <a:buFont typeface="Wingdings" pitchFamily="34" charset="0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Photosynthetic cell became chloroplast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08366E20-EFF0-490F-8704-7890921230CD}"/>
              </a:ext>
            </a:extLst>
          </p:cNvPr>
          <p:cNvSpPr/>
          <p:nvPr/>
        </p:nvSpPr>
        <p:spPr>
          <a:xfrm>
            <a:off x="453902" y="4578614"/>
            <a:ext cx="3164945" cy="1446493"/>
          </a:xfrm>
          <a:prstGeom prst="round1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ENDOSYMBIOTIC THEORY</a:t>
            </a:r>
          </a:p>
        </p:txBody>
      </p:sp>
    </p:spTree>
    <p:extLst>
      <p:ext uri="{BB962C8B-B14F-4D97-AF65-F5344CB8AC3E}">
        <p14:creationId xmlns:p14="http://schemas.microsoft.com/office/powerpoint/2010/main" val="61874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Endosymbiotic Theory">
            <a:hlinkClick r:id="" action="ppaction://media"/>
            <a:extLst>
              <a:ext uri="{FF2B5EF4-FFF2-40B4-BE49-F238E27FC236}">
                <a16:creationId xmlns:a16="http://schemas.microsoft.com/office/drawing/2014/main" id="{D22E4DBC-EEF7-7486-202A-B3B41088F78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68640" y="715056"/>
            <a:ext cx="9649958" cy="543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17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9A57-DD5F-4F72-B256-F5AC3C72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38889"/>
            <a:ext cx="9875520" cy="13563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POSSIBLE  TEAS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A608-4490-4231-89EF-151C57AFD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19777"/>
            <a:ext cx="9872871" cy="44095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The liver has a large quantity of which of the following organelles to help in the synthesis of lipid compounds?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Rough endoplasmic reticulum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Mitochondria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Centrioles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Smooth endoplasmic reticulum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Which of the following is true about eukaryotic cells?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do not contain lysosomes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contain one chromosome.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do not have a nucleus.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contain mitochondria.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6B0DC-02DD-42D5-8F18-0899DF983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02" y="341231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65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8220-5DB6-16CA-F678-8B6B7A4C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F971-A571-9549-359F-95BFD9875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57224"/>
            <a:ext cx="9875520" cy="13563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POSSIBLE  TEAS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9C27-138D-BDC8-BF00-E939217D1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28800"/>
            <a:ext cx="10079699" cy="46917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The liver has a large quantity of which of the following organelles to help in the synthesis of lipid compounds?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Rough endoplasmic reticulum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Mitochondria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Centrioles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Smooth endoplasmic reticulum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Which of the following is true about eukaryotic cells?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do not contain lysosomes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contain one chromosome.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They do not have a nucleus.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They contain mitochondria.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EA109-E35F-D6CB-4EE5-60570592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02" y="341231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49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9A57-DD5F-4F72-B256-F5AC3C72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POSSIBLE  TEAS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A608-4490-4231-89EF-151C57AFD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27200"/>
            <a:ext cx="9872871" cy="47844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 a cell, the Golgi apparatus is found in which location?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inside the nucleus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inside the mitochondria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 the cell wall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 the cytoplasm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371CB-3644-4CF0-BC91-75F0F274DD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09" t="12645" r="31704" b="13560"/>
          <a:stretch/>
        </p:blipFill>
        <p:spPr>
          <a:xfrm>
            <a:off x="849746" y="517236"/>
            <a:ext cx="1099127" cy="1117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7825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45DE-3ECC-69A2-9375-3B1B8CD3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7AB5-7CD6-999D-C276-817B0926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POSSIBLE  TEAS 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B11F-2F1A-4DA2-4C90-5B972DD5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27200"/>
            <a:ext cx="9872871" cy="47844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 a cell, the Golgi apparatus is found in which location?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inside the nucleus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inside the mitochondria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</a:rPr>
              <a:t>in the cell wall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in the cytoplasm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F33BF-E900-1503-DCCF-CBFCF4E8F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09" t="12645" r="31704" b="13560"/>
          <a:stretch/>
        </p:blipFill>
        <p:spPr>
          <a:xfrm>
            <a:off x="849746" y="517236"/>
            <a:ext cx="1099127" cy="1117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5147461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875a5b-24e8-4236-8f8e-1a24afdf8b6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40AB69B1E724F9D82F7ADB0303020" ma:contentTypeVersion="16" ma:contentTypeDescription="Create a new document." ma:contentTypeScope="" ma:versionID="49e81a305e64fbb61755f2d56cdb0ea8">
  <xsd:schema xmlns:xsd="http://www.w3.org/2001/XMLSchema" xmlns:xs="http://www.w3.org/2001/XMLSchema" xmlns:p="http://schemas.microsoft.com/office/2006/metadata/properties" xmlns:ns3="80875a5b-24e8-4236-8f8e-1a24afdf8b62" xmlns:ns4="bc601e7c-aa43-481c-a1c3-cc2bfa84e001" targetNamespace="http://schemas.microsoft.com/office/2006/metadata/properties" ma:root="true" ma:fieldsID="8def809ae27a9c4a90c1cd97f05d7e76" ns3:_="" ns4:_="">
    <xsd:import namespace="80875a5b-24e8-4236-8f8e-1a24afdf8b62"/>
    <xsd:import namespace="bc601e7c-aa43-481c-a1c3-cc2bfa84e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5a5b-24e8-4236-8f8e-1a24afdf8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01e7c-aa43-481c-a1c3-cc2bfa84e0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84BEC1-A45C-4427-853B-3A5813CEA8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A83AB7-18B9-4558-B25E-345C47177043}">
  <ds:schemaRefs>
    <ds:schemaRef ds:uri="bc601e7c-aa43-481c-a1c3-cc2bfa84e001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80875a5b-24e8-4236-8f8e-1a24afdf8b6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8672CC7-21E9-4B9F-AFDF-6F8F1738EE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875a5b-24e8-4236-8f8e-1a24afdf8b62"/>
    <ds:schemaRef ds:uri="bc601e7c-aa43-481c-a1c3-cc2bfa84e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85</TotalTime>
  <Words>1524</Words>
  <Application>Microsoft Office PowerPoint</Application>
  <PresentationFormat>Widescreen</PresentationFormat>
  <Paragraphs>276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Corbel</vt:lpstr>
      <vt:lpstr>Wingdings</vt:lpstr>
      <vt:lpstr>Basis</vt:lpstr>
      <vt:lpstr>Cell Structure &amp; Function</vt:lpstr>
      <vt:lpstr>PowerPoint Presentation</vt:lpstr>
      <vt:lpstr>CELL</vt:lpstr>
      <vt:lpstr>SPONTANEOUS GENERATION</vt:lpstr>
      <vt:lpstr>THE SPONTANEOUS GENERATION DEBATE</vt:lpstr>
      <vt:lpstr>THE SPONTANEOUS GENERATION DEBATE</vt:lpstr>
      <vt:lpstr>THE DISCOVERY OF THE CELL</vt:lpstr>
      <vt:lpstr>THE DISCOVERY OF THE CELL</vt:lpstr>
      <vt:lpstr>THE DISCOVERY OF THE CELL</vt:lpstr>
      <vt:lpstr>THE DISCOVERY OF THE CELL</vt:lpstr>
      <vt:lpstr>THE CELL THEORY</vt:lpstr>
      <vt:lpstr>CELL SIZE</vt:lpstr>
      <vt:lpstr>TWO TYPES OF CELLS</vt:lpstr>
      <vt:lpstr>PROKARYOTES</vt:lpstr>
      <vt:lpstr>PROKARYOTIC CELL STRUCTURE</vt:lpstr>
      <vt:lpstr>PROKARYOTIC CELL STRUCTURE</vt:lpstr>
      <vt:lpstr>EUKARYOTES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EUKARYOTIC CELL STRUCTURE</vt:lpstr>
      <vt:lpstr>HISTORY OF EUKARYOTIC CELLS</vt:lpstr>
      <vt:lpstr>PowerPoint Presentation</vt:lpstr>
      <vt:lpstr>POSSIBLE  TEAS  QUESTIONS</vt:lpstr>
      <vt:lpstr>POSSIBLE  TEAS  QUESTIONS</vt:lpstr>
      <vt:lpstr>POSSIBLE  TEAS  QUESTIONS</vt:lpstr>
      <vt:lpstr>POSSIBLE  TEAS 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Structure &amp; Function</dc:title>
  <dc:creator>Robin Carraway</dc:creator>
  <cp:lastModifiedBy>Robin Carraway</cp:lastModifiedBy>
  <cp:revision>184</cp:revision>
  <dcterms:created xsi:type="dcterms:W3CDTF">2023-02-14T14:33:32Z</dcterms:created>
  <dcterms:modified xsi:type="dcterms:W3CDTF">2026-01-15T17:49:31Z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0x01010011440AB69B1E724F9D82F7ADB0303020</vt:lpwstr>
  </property>
</Properties>
</file>