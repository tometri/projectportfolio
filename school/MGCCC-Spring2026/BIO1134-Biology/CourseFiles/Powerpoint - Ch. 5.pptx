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sldIdLst>
    <p:sldId id="256" r:id="rId5"/>
    <p:sldId id="276" r:id="rId6"/>
    <p:sldId id="258" r:id="rId7"/>
    <p:sldId id="278" r:id="rId8"/>
    <p:sldId id="257" r:id="rId9"/>
    <p:sldId id="259" r:id="rId10"/>
    <p:sldId id="261" r:id="rId11"/>
    <p:sldId id="262" r:id="rId12"/>
    <p:sldId id="264" r:id="rId13"/>
    <p:sldId id="260" r:id="rId14"/>
    <p:sldId id="263" r:id="rId15"/>
    <p:sldId id="266" r:id="rId16"/>
    <p:sldId id="281" r:id="rId17"/>
    <p:sldId id="282" r:id="rId18"/>
    <p:sldId id="272" r:id="rId19"/>
    <p:sldId id="265" r:id="rId20"/>
    <p:sldId id="267" r:id="rId21"/>
    <p:sldId id="274" r:id="rId22"/>
    <p:sldId id="268" r:id="rId23"/>
    <p:sldId id="273" r:id="rId24"/>
    <p:sldId id="269" r:id="rId25"/>
    <p:sldId id="271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S::robin.carraway@mgccc.edu::1a99621e-78e1-4542-bebd-b614a66eedc8" providerId="AD" clId="Web-{6439FF41-C9B1-436F-A1C8-319491D6D846}"/>
  </pc:docChgLst>
  <pc:docChgLst>
    <pc:chgData name="Robin Carraway" userId="S::robin.carraway@mgccc.edu::1a99621e-78e1-4542-bebd-b614a66eedc8" providerId="AD" clId="Web-{8A4BCEB6-EFD0-0B3B-E6EB-1EBC2A700E6E}"/>
  </pc:docChgLst>
  <pc:docChgLst>
    <pc:chgData name="Robin Carraway" userId="1a99621e-78e1-4542-bebd-b614a66eedc8" providerId="ADAL" clId="{125FE5EE-AABF-4BFB-BB68-FCF67380DA8E}"/>
    <pc:docChg chg="undo custSel addSld delSld modSld">
      <pc:chgData name="Robin Carraway" userId="1a99621e-78e1-4542-bebd-b614a66eedc8" providerId="ADAL" clId="{125FE5EE-AABF-4BFB-BB68-FCF67380DA8E}" dt="2026-01-15T18:31:22.687" v="346" actId="403"/>
      <pc:docMkLst>
        <pc:docMk/>
      </pc:docMkLst>
      <pc:sldChg chg="modSp">
        <pc:chgData name="Robin Carraway" userId="1a99621e-78e1-4542-bebd-b614a66eedc8" providerId="ADAL" clId="{125FE5EE-AABF-4BFB-BB68-FCF67380DA8E}" dt="2026-01-15T18:07:36.821" v="30" actId="27636"/>
        <pc:sldMkLst>
          <pc:docMk/>
          <pc:sldMk cId="49537221" sldId="257"/>
        </pc:sldMkLst>
        <pc:spChg chg="mod">
          <ac:chgData name="Robin Carraway" userId="1a99621e-78e1-4542-bebd-b614a66eedc8" providerId="ADAL" clId="{125FE5EE-AABF-4BFB-BB68-FCF67380DA8E}" dt="2026-01-15T18:07:36.821" v="30" actId="27636"/>
          <ac:spMkLst>
            <pc:docMk/>
            <pc:sldMk cId="49537221" sldId="257"/>
            <ac:spMk id="3" creationId="{5AE3ABAB-67A2-4C82-A8F6-99FE8FBFAF93}"/>
          </ac:spMkLst>
        </pc:spChg>
      </pc:sldChg>
      <pc:sldChg chg="modSp">
        <pc:chgData name="Robin Carraway" userId="1a99621e-78e1-4542-bebd-b614a66eedc8" providerId="ADAL" clId="{125FE5EE-AABF-4BFB-BB68-FCF67380DA8E}" dt="2026-01-15T17:51:37.833" v="15" actId="1076"/>
        <pc:sldMkLst>
          <pc:docMk/>
          <pc:sldMk cId="3927388373" sldId="258"/>
        </pc:sldMkLst>
        <pc:spChg chg="mod">
          <ac:chgData name="Robin Carraway" userId="1a99621e-78e1-4542-bebd-b614a66eedc8" providerId="ADAL" clId="{125FE5EE-AABF-4BFB-BB68-FCF67380DA8E}" dt="2026-01-15T17:50:58.638" v="3" actId="1076"/>
          <ac:spMkLst>
            <pc:docMk/>
            <pc:sldMk cId="3927388373" sldId="258"/>
            <ac:spMk id="2" creationId="{7F22D03D-C0F6-4269-9D63-78369AD89363}"/>
          </ac:spMkLst>
        </pc:spChg>
        <pc:spChg chg="mod">
          <ac:chgData name="Robin Carraway" userId="1a99621e-78e1-4542-bebd-b614a66eedc8" providerId="ADAL" clId="{125FE5EE-AABF-4BFB-BB68-FCF67380DA8E}" dt="2026-01-15T17:51:34.861" v="14" actId="1076"/>
          <ac:spMkLst>
            <pc:docMk/>
            <pc:sldMk cId="3927388373" sldId="258"/>
            <ac:spMk id="4" creationId="{B6D37973-6D37-496D-8266-8FCF2B375C41}"/>
          </ac:spMkLst>
        </pc:spChg>
        <pc:picChg chg="mod">
          <ac:chgData name="Robin Carraway" userId="1a99621e-78e1-4542-bebd-b614a66eedc8" providerId="ADAL" clId="{125FE5EE-AABF-4BFB-BB68-FCF67380DA8E}" dt="2026-01-15T17:51:37.833" v="15" actId="1076"/>
          <ac:picMkLst>
            <pc:docMk/>
            <pc:sldMk cId="3927388373" sldId="258"/>
            <ac:picMk id="5" creationId="{F0E5FCFA-42BC-476B-9BE9-4AE83E654D9B}"/>
          </ac:picMkLst>
        </pc:picChg>
      </pc:sldChg>
      <pc:sldChg chg="modSp">
        <pc:chgData name="Robin Carraway" userId="1a99621e-78e1-4542-bebd-b614a66eedc8" providerId="ADAL" clId="{125FE5EE-AABF-4BFB-BB68-FCF67380DA8E}" dt="2026-01-15T18:10:03.685" v="67" actId="255"/>
        <pc:sldMkLst>
          <pc:docMk/>
          <pc:sldMk cId="2041656755" sldId="259"/>
        </pc:sldMkLst>
        <pc:spChg chg="mod">
          <ac:chgData name="Robin Carraway" userId="1a99621e-78e1-4542-bebd-b614a66eedc8" providerId="ADAL" clId="{125FE5EE-AABF-4BFB-BB68-FCF67380DA8E}" dt="2026-01-15T18:09:58.381" v="66" actId="255"/>
          <ac:spMkLst>
            <pc:docMk/>
            <pc:sldMk cId="2041656755" sldId="259"/>
            <ac:spMk id="3" creationId="{9E8D2748-489F-4C5D-BD5F-4A5ED2EC894F}"/>
          </ac:spMkLst>
        </pc:spChg>
        <pc:spChg chg="mod">
          <ac:chgData name="Robin Carraway" userId="1a99621e-78e1-4542-bebd-b614a66eedc8" providerId="ADAL" clId="{125FE5EE-AABF-4BFB-BB68-FCF67380DA8E}" dt="2026-01-15T18:10:03.685" v="67" actId="255"/>
          <ac:spMkLst>
            <pc:docMk/>
            <pc:sldMk cId="2041656755" sldId="259"/>
            <ac:spMk id="4" creationId="{85F82B58-84AC-45EA-A7E0-C21AFC5B4640}"/>
          </ac:spMkLst>
        </pc:spChg>
      </pc:sldChg>
      <pc:sldChg chg="modSp">
        <pc:chgData name="Robin Carraway" userId="1a99621e-78e1-4542-bebd-b614a66eedc8" providerId="ADAL" clId="{125FE5EE-AABF-4BFB-BB68-FCF67380DA8E}" dt="2026-01-15T18:14:31.788" v="108" actId="14100"/>
        <pc:sldMkLst>
          <pc:docMk/>
          <pc:sldMk cId="2358959220" sldId="260"/>
        </pc:sldMkLst>
        <pc:spChg chg="mod">
          <ac:chgData name="Robin Carraway" userId="1a99621e-78e1-4542-bebd-b614a66eedc8" providerId="ADAL" clId="{125FE5EE-AABF-4BFB-BB68-FCF67380DA8E}" dt="2026-01-15T18:13:50.535" v="98" actId="1076"/>
          <ac:spMkLst>
            <pc:docMk/>
            <pc:sldMk cId="2358959220" sldId="260"/>
            <ac:spMk id="6" creationId="{AFB04842-BCAA-496C-8442-0BA3AFA06AF8}"/>
          </ac:spMkLst>
        </pc:spChg>
        <pc:spChg chg="mod">
          <ac:chgData name="Robin Carraway" userId="1a99621e-78e1-4542-bebd-b614a66eedc8" providerId="ADAL" clId="{125FE5EE-AABF-4BFB-BB68-FCF67380DA8E}" dt="2026-01-15T18:14:31.788" v="108" actId="14100"/>
          <ac:spMkLst>
            <pc:docMk/>
            <pc:sldMk cId="2358959220" sldId="260"/>
            <ac:spMk id="8" creationId="{D9601DBC-A785-4D8F-8AFF-825C4E3E3312}"/>
          </ac:spMkLst>
        </pc:spChg>
      </pc:sldChg>
      <pc:sldChg chg="modSp">
        <pc:chgData name="Robin Carraway" userId="1a99621e-78e1-4542-bebd-b614a66eedc8" providerId="ADAL" clId="{125FE5EE-AABF-4BFB-BB68-FCF67380DA8E}" dt="2026-01-15T18:10:29.584" v="71" actId="1076"/>
        <pc:sldMkLst>
          <pc:docMk/>
          <pc:sldMk cId="2408101281" sldId="261"/>
        </pc:sldMkLst>
        <pc:spChg chg="mod">
          <ac:chgData name="Robin Carraway" userId="1a99621e-78e1-4542-bebd-b614a66eedc8" providerId="ADAL" clId="{125FE5EE-AABF-4BFB-BB68-FCF67380DA8E}" dt="2026-01-15T18:10:15.791" v="68" actId="255"/>
          <ac:spMkLst>
            <pc:docMk/>
            <pc:sldMk cId="2408101281" sldId="261"/>
            <ac:spMk id="3" creationId="{9E8D2748-489F-4C5D-BD5F-4A5ED2EC894F}"/>
          </ac:spMkLst>
        </pc:spChg>
        <pc:spChg chg="mod">
          <ac:chgData name="Robin Carraway" userId="1a99621e-78e1-4542-bebd-b614a66eedc8" providerId="ADAL" clId="{125FE5EE-AABF-4BFB-BB68-FCF67380DA8E}" dt="2026-01-15T18:10:26.348" v="70" actId="255"/>
          <ac:spMkLst>
            <pc:docMk/>
            <pc:sldMk cId="2408101281" sldId="261"/>
            <ac:spMk id="4" creationId="{85F82B58-84AC-45EA-A7E0-C21AFC5B4640}"/>
          </ac:spMkLst>
        </pc:spChg>
        <pc:picChg chg="mod">
          <ac:chgData name="Robin Carraway" userId="1a99621e-78e1-4542-bebd-b614a66eedc8" providerId="ADAL" clId="{125FE5EE-AABF-4BFB-BB68-FCF67380DA8E}" dt="2026-01-15T18:10:19.796" v="69" actId="14100"/>
          <ac:picMkLst>
            <pc:docMk/>
            <pc:sldMk cId="2408101281" sldId="261"/>
            <ac:picMk id="5" creationId="{99B0BB0C-9C35-450D-9BB6-613C9D601B6A}"/>
          </ac:picMkLst>
        </pc:picChg>
        <pc:picChg chg="mod">
          <ac:chgData name="Robin Carraway" userId="1a99621e-78e1-4542-bebd-b614a66eedc8" providerId="ADAL" clId="{125FE5EE-AABF-4BFB-BB68-FCF67380DA8E}" dt="2026-01-15T18:10:29.584" v="71" actId="1076"/>
          <ac:picMkLst>
            <pc:docMk/>
            <pc:sldMk cId="2408101281" sldId="261"/>
            <ac:picMk id="6" creationId="{92892731-A86C-43B4-B34D-37C3389AE84E}"/>
          </ac:picMkLst>
        </pc:picChg>
      </pc:sldChg>
      <pc:sldChg chg="modSp">
        <pc:chgData name="Robin Carraway" userId="1a99621e-78e1-4542-bebd-b614a66eedc8" providerId="ADAL" clId="{125FE5EE-AABF-4BFB-BB68-FCF67380DA8E}" dt="2026-01-15T18:11:11.348" v="83" actId="6549"/>
        <pc:sldMkLst>
          <pc:docMk/>
          <pc:sldMk cId="1441513831" sldId="262"/>
        </pc:sldMkLst>
        <pc:spChg chg="mod">
          <ac:chgData name="Robin Carraway" userId="1a99621e-78e1-4542-bebd-b614a66eedc8" providerId="ADAL" clId="{125FE5EE-AABF-4BFB-BB68-FCF67380DA8E}" dt="2026-01-15T18:11:11.348" v="83" actId="6549"/>
          <ac:spMkLst>
            <pc:docMk/>
            <pc:sldMk cId="1441513831" sldId="262"/>
            <ac:spMk id="3" creationId="{9E8D2748-489F-4C5D-BD5F-4A5ED2EC894F}"/>
          </ac:spMkLst>
        </pc:spChg>
        <pc:spChg chg="mod">
          <ac:chgData name="Robin Carraway" userId="1a99621e-78e1-4542-bebd-b614a66eedc8" providerId="ADAL" clId="{125FE5EE-AABF-4BFB-BB68-FCF67380DA8E}" dt="2026-01-15T18:11:03.480" v="79" actId="14100"/>
          <ac:spMkLst>
            <pc:docMk/>
            <pc:sldMk cId="1441513831" sldId="262"/>
            <ac:spMk id="4" creationId="{85F82B58-84AC-45EA-A7E0-C21AFC5B4640}"/>
          </ac:spMkLst>
        </pc:spChg>
      </pc:sldChg>
      <pc:sldChg chg="modSp">
        <pc:chgData name="Robin Carraway" userId="1a99621e-78e1-4542-bebd-b614a66eedc8" providerId="ADAL" clId="{125FE5EE-AABF-4BFB-BB68-FCF67380DA8E}" dt="2026-01-15T18:15:37.796" v="118" actId="20577"/>
        <pc:sldMkLst>
          <pc:docMk/>
          <pc:sldMk cId="305594332" sldId="263"/>
        </pc:sldMkLst>
        <pc:spChg chg="mod">
          <ac:chgData name="Robin Carraway" userId="1a99621e-78e1-4542-bebd-b614a66eedc8" providerId="ADAL" clId="{125FE5EE-AABF-4BFB-BB68-FCF67380DA8E}" dt="2026-01-15T18:15:37.796" v="118" actId="20577"/>
          <ac:spMkLst>
            <pc:docMk/>
            <pc:sldMk cId="305594332" sldId="263"/>
            <ac:spMk id="3" creationId="{8881F802-0961-4E6C-84F2-D6236EA7D698}"/>
          </ac:spMkLst>
        </pc:spChg>
      </pc:sldChg>
      <pc:sldChg chg="addSp delSp modSp">
        <pc:chgData name="Robin Carraway" userId="1a99621e-78e1-4542-bebd-b614a66eedc8" providerId="ADAL" clId="{125FE5EE-AABF-4BFB-BB68-FCF67380DA8E}" dt="2026-01-15T18:12:55.888" v="94" actId="1076"/>
        <pc:sldMkLst>
          <pc:docMk/>
          <pc:sldMk cId="2283708715" sldId="264"/>
        </pc:sldMkLst>
        <pc:spChg chg="mod">
          <ac:chgData name="Robin Carraway" userId="1a99621e-78e1-4542-bebd-b614a66eedc8" providerId="ADAL" clId="{125FE5EE-AABF-4BFB-BB68-FCF67380DA8E}" dt="2026-01-15T18:12:07.165" v="89" actId="20577"/>
          <ac:spMkLst>
            <pc:docMk/>
            <pc:sldMk cId="2283708715" sldId="264"/>
            <ac:spMk id="3" creationId="{7C04BE37-EEA8-44D1-8793-5C64FBB9B1AE}"/>
          </ac:spMkLst>
        </pc:spChg>
        <pc:picChg chg="add mod">
          <ac:chgData name="Robin Carraway" userId="1a99621e-78e1-4542-bebd-b614a66eedc8" providerId="ADAL" clId="{125FE5EE-AABF-4BFB-BB68-FCF67380DA8E}" dt="2026-01-15T18:12:55.888" v="94" actId="1076"/>
          <ac:picMkLst>
            <pc:docMk/>
            <pc:sldMk cId="2283708715" sldId="264"/>
            <ac:picMk id="4" creationId="{4FED1194-7CA5-43FB-B451-78E675195E5A}"/>
          </ac:picMkLst>
        </pc:picChg>
        <pc:picChg chg="del">
          <ac:chgData name="Robin Carraway" userId="1a99621e-78e1-4542-bebd-b614a66eedc8" providerId="ADAL" clId="{125FE5EE-AABF-4BFB-BB68-FCF67380DA8E}" dt="2026-01-15T18:12:44.813" v="90" actId="478"/>
          <ac:picMkLst>
            <pc:docMk/>
            <pc:sldMk cId="2283708715" sldId="264"/>
            <ac:picMk id="5" creationId="{03E92B1F-2D0F-4D9C-B977-6B18B4682BAE}"/>
          </ac:picMkLst>
        </pc:picChg>
      </pc:sldChg>
      <pc:sldChg chg="addSp delSp modSp">
        <pc:chgData name="Robin Carraway" userId="1a99621e-78e1-4542-bebd-b614a66eedc8" providerId="ADAL" clId="{125FE5EE-AABF-4BFB-BB68-FCF67380DA8E}" dt="2026-01-15T18:26:47.814" v="299" actId="20577"/>
        <pc:sldMkLst>
          <pc:docMk/>
          <pc:sldMk cId="1753950214" sldId="265"/>
        </pc:sldMkLst>
        <pc:spChg chg="mod">
          <ac:chgData name="Robin Carraway" userId="1a99621e-78e1-4542-bebd-b614a66eedc8" providerId="ADAL" clId="{125FE5EE-AABF-4BFB-BB68-FCF67380DA8E}" dt="2026-01-15T18:26:47.814" v="299" actId="20577"/>
          <ac:spMkLst>
            <pc:docMk/>
            <pc:sldMk cId="1753950214" sldId="265"/>
            <ac:spMk id="3" creationId="{A3FBEF98-5584-4B4A-B368-BF134932DDB3}"/>
          </ac:spMkLst>
        </pc:spChg>
        <pc:spChg chg="add del mod">
          <ac:chgData name="Robin Carraway" userId="1a99621e-78e1-4542-bebd-b614a66eedc8" providerId="ADAL" clId="{125FE5EE-AABF-4BFB-BB68-FCF67380DA8E}" dt="2026-01-15T18:25:54.545" v="290"/>
          <ac:spMkLst>
            <pc:docMk/>
            <pc:sldMk cId="1753950214" sldId="265"/>
            <ac:spMk id="6" creationId="{59427F6E-BC93-4A45-B4BD-063853A567B3}"/>
          </ac:spMkLst>
        </pc:spChg>
        <pc:picChg chg="del">
          <ac:chgData name="Robin Carraway" userId="1a99621e-78e1-4542-bebd-b614a66eedc8" providerId="ADAL" clId="{125FE5EE-AABF-4BFB-BB68-FCF67380DA8E}" dt="2026-01-15T18:25:52.091" v="289" actId="478"/>
          <ac:picMkLst>
            <pc:docMk/>
            <pc:sldMk cId="1753950214" sldId="265"/>
            <ac:picMk id="5" creationId="{AE4F93B3-37D5-416F-A3DC-93DD7E1B0D63}"/>
          </ac:picMkLst>
        </pc:picChg>
        <pc:picChg chg="add mod">
          <ac:chgData name="Robin Carraway" userId="1a99621e-78e1-4542-bebd-b614a66eedc8" providerId="ADAL" clId="{125FE5EE-AABF-4BFB-BB68-FCF67380DA8E}" dt="2026-01-15T18:26:02.887" v="294" actId="1076"/>
          <ac:picMkLst>
            <pc:docMk/>
            <pc:sldMk cId="1753950214" sldId="265"/>
            <ac:picMk id="7" creationId="{5A82F17E-D886-48CF-B034-8619579416BB}"/>
          </ac:picMkLst>
        </pc:picChg>
      </pc:sldChg>
      <pc:sldChg chg="addSp delSp modSp">
        <pc:chgData name="Robin Carraway" userId="1a99621e-78e1-4542-bebd-b614a66eedc8" providerId="ADAL" clId="{125FE5EE-AABF-4BFB-BB68-FCF67380DA8E}" dt="2026-01-15T18:21:53.593" v="240" actId="115"/>
        <pc:sldMkLst>
          <pc:docMk/>
          <pc:sldMk cId="3152832510" sldId="266"/>
        </pc:sldMkLst>
        <pc:spChg chg="mod">
          <ac:chgData name="Robin Carraway" userId="1a99621e-78e1-4542-bebd-b614a66eedc8" providerId="ADAL" clId="{125FE5EE-AABF-4BFB-BB68-FCF67380DA8E}" dt="2026-01-15T18:20:58.487" v="231" actId="1076"/>
          <ac:spMkLst>
            <pc:docMk/>
            <pc:sldMk cId="3152832510" sldId="266"/>
            <ac:spMk id="2" creationId="{3AE2A759-F64A-4B37-AFEE-CC3020A6D811}"/>
          </ac:spMkLst>
        </pc:spChg>
        <pc:spChg chg="mod">
          <ac:chgData name="Robin Carraway" userId="1a99621e-78e1-4542-bebd-b614a66eedc8" providerId="ADAL" clId="{125FE5EE-AABF-4BFB-BB68-FCF67380DA8E}" dt="2026-01-15T18:21:53.593" v="240" actId="115"/>
          <ac:spMkLst>
            <pc:docMk/>
            <pc:sldMk cId="3152832510" sldId="266"/>
            <ac:spMk id="3" creationId="{7A0F9FA5-E163-4DD8-9217-7EDAADFD3B48}"/>
          </ac:spMkLst>
        </pc:spChg>
        <pc:spChg chg="add del mod">
          <ac:chgData name="Robin Carraway" userId="1a99621e-78e1-4542-bebd-b614a66eedc8" providerId="ADAL" clId="{125FE5EE-AABF-4BFB-BB68-FCF67380DA8E}" dt="2026-01-15T18:18:08.141" v="142"/>
          <ac:spMkLst>
            <pc:docMk/>
            <pc:sldMk cId="3152832510" sldId="266"/>
            <ac:spMk id="5" creationId="{80AE3E92-BC72-4EAA-AD3B-494C847D0C1F}"/>
          </ac:spMkLst>
        </pc:spChg>
        <pc:picChg chg="add mod">
          <ac:chgData name="Robin Carraway" userId="1a99621e-78e1-4542-bebd-b614a66eedc8" providerId="ADAL" clId="{125FE5EE-AABF-4BFB-BB68-FCF67380DA8E}" dt="2026-01-15T18:21:01.631" v="232" actId="1076"/>
          <ac:picMkLst>
            <pc:docMk/>
            <pc:sldMk cId="3152832510" sldId="266"/>
            <ac:picMk id="6" creationId="{770D991A-9E21-4EE9-A8DF-99E5810422A9}"/>
          </ac:picMkLst>
        </pc:picChg>
        <pc:picChg chg="del">
          <ac:chgData name="Robin Carraway" userId="1a99621e-78e1-4542-bebd-b614a66eedc8" providerId="ADAL" clId="{125FE5EE-AABF-4BFB-BB68-FCF67380DA8E}" dt="2026-01-15T18:17:36.963" v="133" actId="478"/>
          <ac:picMkLst>
            <pc:docMk/>
            <pc:sldMk cId="3152832510" sldId="266"/>
            <ac:picMk id="8" creationId="{7470AA93-1AB5-4AD1-A114-2DE2DA6D631E}"/>
          </ac:picMkLst>
        </pc:picChg>
      </pc:sldChg>
      <pc:sldChg chg="modSp">
        <pc:chgData name="Robin Carraway" userId="1a99621e-78e1-4542-bebd-b614a66eedc8" providerId="ADAL" clId="{125FE5EE-AABF-4BFB-BB68-FCF67380DA8E}" dt="2026-01-15T18:27:47.719" v="310" actId="1076"/>
        <pc:sldMkLst>
          <pc:docMk/>
          <pc:sldMk cId="1230112770" sldId="267"/>
        </pc:sldMkLst>
        <pc:spChg chg="mod">
          <ac:chgData name="Robin Carraway" userId="1a99621e-78e1-4542-bebd-b614a66eedc8" providerId="ADAL" clId="{125FE5EE-AABF-4BFB-BB68-FCF67380DA8E}" dt="2026-01-15T18:27:47.719" v="310" actId="1076"/>
          <ac:spMkLst>
            <pc:docMk/>
            <pc:sldMk cId="1230112770" sldId="267"/>
            <ac:spMk id="2" creationId="{7A9E31A0-EA11-4EAA-B2E0-38B2EDA74C42}"/>
          </ac:spMkLst>
        </pc:spChg>
        <pc:spChg chg="mod">
          <ac:chgData name="Robin Carraway" userId="1a99621e-78e1-4542-bebd-b614a66eedc8" providerId="ADAL" clId="{125FE5EE-AABF-4BFB-BB68-FCF67380DA8E}" dt="2026-01-15T18:27:41.330" v="309" actId="1076"/>
          <ac:spMkLst>
            <pc:docMk/>
            <pc:sldMk cId="1230112770" sldId="267"/>
            <ac:spMk id="4" creationId="{E19DF677-E7A3-4A92-AE81-B88B8F887714}"/>
          </ac:spMkLst>
        </pc:spChg>
        <pc:picChg chg="mod">
          <ac:chgData name="Robin Carraway" userId="1a99621e-78e1-4542-bebd-b614a66eedc8" providerId="ADAL" clId="{125FE5EE-AABF-4BFB-BB68-FCF67380DA8E}" dt="2026-01-15T18:27:09.752" v="302" actId="1076"/>
          <ac:picMkLst>
            <pc:docMk/>
            <pc:sldMk cId="1230112770" sldId="267"/>
            <ac:picMk id="5" creationId="{2F1620B2-060F-4BDA-91E2-652E82C74C0A}"/>
          </ac:picMkLst>
        </pc:picChg>
      </pc:sldChg>
      <pc:sldChg chg="modSp">
        <pc:chgData name="Robin Carraway" userId="1a99621e-78e1-4542-bebd-b614a66eedc8" providerId="ADAL" clId="{125FE5EE-AABF-4BFB-BB68-FCF67380DA8E}" dt="2026-01-15T18:28:40.054" v="317" actId="1076"/>
        <pc:sldMkLst>
          <pc:docMk/>
          <pc:sldMk cId="2417938635" sldId="268"/>
        </pc:sldMkLst>
        <pc:spChg chg="mod">
          <ac:chgData name="Robin Carraway" userId="1a99621e-78e1-4542-bebd-b614a66eedc8" providerId="ADAL" clId="{125FE5EE-AABF-4BFB-BB68-FCF67380DA8E}" dt="2026-01-15T18:28:40.054" v="317" actId="1076"/>
          <ac:spMkLst>
            <pc:docMk/>
            <pc:sldMk cId="2417938635" sldId="268"/>
            <ac:spMk id="3" creationId="{FB3E41BD-C9BC-45A9-A1F8-A9696F4DC40A}"/>
          </ac:spMkLst>
        </pc:spChg>
        <pc:picChg chg="mod">
          <ac:chgData name="Robin Carraway" userId="1a99621e-78e1-4542-bebd-b614a66eedc8" providerId="ADAL" clId="{125FE5EE-AABF-4BFB-BB68-FCF67380DA8E}" dt="2026-01-15T18:28:34.654" v="316" actId="1076"/>
          <ac:picMkLst>
            <pc:docMk/>
            <pc:sldMk cId="2417938635" sldId="268"/>
            <ac:picMk id="5" creationId="{D69F6FB3-2000-4544-9807-FC73A4F7E0F7}"/>
          </ac:picMkLst>
        </pc:picChg>
      </pc:sldChg>
      <pc:sldChg chg="modSp">
        <pc:chgData name="Robin Carraway" userId="1a99621e-78e1-4542-bebd-b614a66eedc8" providerId="ADAL" clId="{125FE5EE-AABF-4BFB-BB68-FCF67380DA8E}" dt="2026-01-15T18:30:30.236" v="344" actId="20577"/>
        <pc:sldMkLst>
          <pc:docMk/>
          <pc:sldMk cId="2091144957" sldId="269"/>
        </pc:sldMkLst>
        <pc:spChg chg="mod">
          <ac:chgData name="Robin Carraway" userId="1a99621e-78e1-4542-bebd-b614a66eedc8" providerId="ADAL" clId="{125FE5EE-AABF-4BFB-BB68-FCF67380DA8E}" dt="2026-01-15T18:30:30.236" v="344" actId="20577"/>
          <ac:spMkLst>
            <pc:docMk/>
            <pc:sldMk cId="2091144957" sldId="269"/>
            <ac:spMk id="3" creationId="{E8F57AEA-C11D-4F86-A42B-54366102C261}"/>
          </ac:spMkLst>
        </pc:spChg>
        <pc:picChg chg="mod">
          <ac:chgData name="Robin Carraway" userId="1a99621e-78e1-4542-bebd-b614a66eedc8" providerId="ADAL" clId="{125FE5EE-AABF-4BFB-BB68-FCF67380DA8E}" dt="2026-01-15T18:29:51.782" v="338" actId="14100"/>
          <ac:picMkLst>
            <pc:docMk/>
            <pc:sldMk cId="2091144957" sldId="269"/>
            <ac:picMk id="8" creationId="{75EACD75-E5AC-4D33-A07A-002E48825C2A}"/>
          </ac:picMkLst>
        </pc:picChg>
      </pc:sldChg>
      <pc:sldChg chg="del">
        <pc:chgData name="Robin Carraway" userId="1a99621e-78e1-4542-bebd-b614a66eedc8" providerId="ADAL" clId="{125FE5EE-AABF-4BFB-BB68-FCF67380DA8E}" dt="2026-01-15T18:24:43.820" v="279" actId="2696"/>
        <pc:sldMkLst>
          <pc:docMk/>
          <pc:sldMk cId="2164381861" sldId="275"/>
        </pc:sldMkLst>
      </pc:sldChg>
      <pc:sldChg chg="modSp">
        <pc:chgData name="Robin Carraway" userId="1a99621e-78e1-4542-bebd-b614a66eedc8" providerId="ADAL" clId="{125FE5EE-AABF-4BFB-BB68-FCF67380DA8E}" dt="2026-01-15T18:31:16.519" v="345" actId="403"/>
        <pc:sldMkLst>
          <pc:docMk/>
          <pc:sldMk cId="2344550117" sldId="279"/>
        </pc:sldMkLst>
        <pc:spChg chg="mod">
          <ac:chgData name="Robin Carraway" userId="1a99621e-78e1-4542-bebd-b614a66eedc8" providerId="ADAL" clId="{125FE5EE-AABF-4BFB-BB68-FCF67380DA8E}" dt="2026-01-15T18:31:16.519" v="345" actId="403"/>
          <ac:spMkLst>
            <pc:docMk/>
            <pc:sldMk cId="2344550117" sldId="279"/>
            <ac:spMk id="3" creationId="{C3BC1142-723B-4933-9BB3-66951EC5A1D9}"/>
          </ac:spMkLst>
        </pc:spChg>
      </pc:sldChg>
      <pc:sldChg chg="modSp">
        <pc:chgData name="Robin Carraway" userId="1a99621e-78e1-4542-bebd-b614a66eedc8" providerId="ADAL" clId="{125FE5EE-AABF-4BFB-BB68-FCF67380DA8E}" dt="2026-01-15T18:31:22.687" v="346" actId="403"/>
        <pc:sldMkLst>
          <pc:docMk/>
          <pc:sldMk cId="2222716621" sldId="280"/>
        </pc:sldMkLst>
        <pc:spChg chg="mod">
          <ac:chgData name="Robin Carraway" userId="1a99621e-78e1-4542-bebd-b614a66eedc8" providerId="ADAL" clId="{125FE5EE-AABF-4BFB-BB68-FCF67380DA8E}" dt="2026-01-15T18:31:22.687" v="346" actId="403"/>
          <ac:spMkLst>
            <pc:docMk/>
            <pc:sldMk cId="2222716621" sldId="280"/>
            <ac:spMk id="3" creationId="{C3BC1142-723B-4933-9BB3-66951EC5A1D9}"/>
          </ac:spMkLst>
        </pc:spChg>
      </pc:sldChg>
      <pc:sldChg chg="addSp delSp modSp add del">
        <pc:chgData name="Robin Carraway" userId="1a99621e-78e1-4542-bebd-b614a66eedc8" providerId="ADAL" clId="{125FE5EE-AABF-4BFB-BB68-FCF67380DA8E}" dt="2026-01-15T18:22:55.807" v="249" actId="2696"/>
        <pc:sldMkLst>
          <pc:docMk/>
          <pc:sldMk cId="2317678942" sldId="281"/>
        </pc:sldMkLst>
        <pc:spChg chg="mod">
          <ac:chgData name="Robin Carraway" userId="1a99621e-78e1-4542-bebd-b614a66eedc8" providerId="ADAL" clId="{125FE5EE-AABF-4BFB-BB68-FCF67380DA8E}" dt="2026-01-15T18:21:20.306" v="235" actId="1076"/>
          <ac:spMkLst>
            <pc:docMk/>
            <pc:sldMk cId="2317678942" sldId="281"/>
            <ac:spMk id="2" creationId="{3AE2A759-F64A-4B37-AFEE-CC3020A6D811}"/>
          </ac:spMkLst>
        </pc:spChg>
        <pc:spChg chg="mod">
          <ac:chgData name="Robin Carraway" userId="1a99621e-78e1-4542-bebd-b614a66eedc8" providerId="ADAL" clId="{125FE5EE-AABF-4BFB-BB68-FCF67380DA8E}" dt="2026-01-15T18:22:11.759" v="245" actId="14100"/>
          <ac:spMkLst>
            <pc:docMk/>
            <pc:sldMk cId="2317678942" sldId="281"/>
            <ac:spMk id="3" creationId="{7A0F9FA5-E163-4DD8-9217-7EDAADFD3B48}"/>
          </ac:spMkLst>
        </pc:spChg>
        <pc:spChg chg="add del mod">
          <ac:chgData name="Robin Carraway" userId="1a99621e-78e1-4542-bebd-b614a66eedc8" providerId="ADAL" clId="{125FE5EE-AABF-4BFB-BB68-FCF67380DA8E}" dt="2026-01-15T18:19:35.478" v="206"/>
          <ac:spMkLst>
            <pc:docMk/>
            <pc:sldMk cId="2317678942" sldId="281"/>
            <ac:spMk id="5" creationId="{72A30508-9031-41DE-8D51-4EE47C0AFA2B}"/>
          </ac:spMkLst>
        </pc:spChg>
        <pc:picChg chg="add mod">
          <ac:chgData name="Robin Carraway" userId="1a99621e-78e1-4542-bebd-b614a66eedc8" providerId="ADAL" clId="{125FE5EE-AABF-4BFB-BB68-FCF67380DA8E}" dt="2026-01-15T18:21:23.903" v="236" actId="1076"/>
          <ac:picMkLst>
            <pc:docMk/>
            <pc:sldMk cId="2317678942" sldId="281"/>
            <ac:picMk id="6" creationId="{E3554B4B-C458-4116-9770-3341F8837603}"/>
          </ac:picMkLst>
        </pc:picChg>
        <pc:picChg chg="del">
          <ac:chgData name="Robin Carraway" userId="1a99621e-78e1-4542-bebd-b614a66eedc8" providerId="ADAL" clId="{125FE5EE-AABF-4BFB-BB68-FCF67380DA8E}" dt="2026-01-15T18:19:28.547" v="205" actId="478"/>
          <ac:picMkLst>
            <pc:docMk/>
            <pc:sldMk cId="2317678942" sldId="281"/>
            <ac:picMk id="8" creationId="{7470AA93-1AB5-4AD1-A114-2DE2DA6D631E}"/>
          </ac:picMkLst>
        </pc:picChg>
      </pc:sldChg>
      <pc:sldChg chg="add del">
        <pc:chgData name="Robin Carraway" userId="1a99621e-78e1-4542-bebd-b614a66eedc8" providerId="ADAL" clId="{125FE5EE-AABF-4BFB-BB68-FCF67380DA8E}" dt="2026-01-15T18:22:58.441" v="250" actId="2696"/>
        <pc:sldMkLst>
          <pc:docMk/>
          <pc:sldMk cId="1760084811" sldId="282"/>
        </pc:sldMkLst>
      </pc:sldChg>
      <pc:sldChg chg="addSp delSp modSp add">
        <pc:chgData name="Robin Carraway" userId="1a99621e-78e1-4542-bebd-b614a66eedc8" providerId="ADAL" clId="{125FE5EE-AABF-4BFB-BB68-FCF67380DA8E}" dt="2026-01-15T18:24:01.190" v="278" actId="20577"/>
        <pc:sldMkLst>
          <pc:docMk/>
          <pc:sldMk cId="3235278725" sldId="282"/>
        </pc:sldMkLst>
        <pc:spChg chg="mod">
          <ac:chgData name="Robin Carraway" userId="1a99621e-78e1-4542-bebd-b614a66eedc8" providerId="ADAL" clId="{125FE5EE-AABF-4BFB-BB68-FCF67380DA8E}" dt="2026-01-15T18:24:01.190" v="278" actId="20577"/>
          <ac:spMkLst>
            <pc:docMk/>
            <pc:sldMk cId="3235278725" sldId="282"/>
            <ac:spMk id="3" creationId="{7A0F9FA5-E163-4DD8-9217-7EDAADFD3B48}"/>
          </ac:spMkLst>
        </pc:spChg>
        <pc:spChg chg="add del mod">
          <ac:chgData name="Robin Carraway" userId="1a99621e-78e1-4542-bebd-b614a66eedc8" providerId="ADAL" clId="{125FE5EE-AABF-4BFB-BB68-FCF67380DA8E}" dt="2026-01-15T18:23:17.770" v="253"/>
          <ac:spMkLst>
            <pc:docMk/>
            <pc:sldMk cId="3235278725" sldId="282"/>
            <ac:spMk id="5" creationId="{5A232FC4-C13A-4CA3-83F4-6950D8EE6996}"/>
          </ac:spMkLst>
        </pc:spChg>
        <pc:picChg chg="del">
          <ac:chgData name="Robin Carraway" userId="1a99621e-78e1-4542-bebd-b614a66eedc8" providerId="ADAL" clId="{125FE5EE-AABF-4BFB-BB68-FCF67380DA8E}" dt="2026-01-15T18:23:09.860" v="252" actId="478"/>
          <ac:picMkLst>
            <pc:docMk/>
            <pc:sldMk cId="3235278725" sldId="282"/>
            <ac:picMk id="6" creationId="{E3554B4B-C458-4116-9770-3341F8837603}"/>
          </ac:picMkLst>
        </pc:picChg>
        <pc:picChg chg="add mod">
          <ac:chgData name="Robin Carraway" userId="1a99621e-78e1-4542-bebd-b614a66eedc8" providerId="ADAL" clId="{125FE5EE-AABF-4BFB-BB68-FCF67380DA8E}" dt="2026-01-15T18:23:31.991" v="258" actId="1076"/>
          <ac:picMkLst>
            <pc:docMk/>
            <pc:sldMk cId="3235278725" sldId="282"/>
            <ac:picMk id="7" creationId="{3F1F94D4-B6B9-480E-B302-B598D952D7CD}"/>
          </ac:picMkLst>
        </pc:picChg>
      </pc:sldChg>
      <pc:sldChg chg="add del">
        <pc:chgData name="Robin Carraway" userId="1a99621e-78e1-4542-bebd-b614a66eedc8" providerId="ADAL" clId="{125FE5EE-AABF-4BFB-BB68-FCF67380DA8E}" dt="2026-01-15T18:22:53.472" v="248"/>
        <pc:sldMkLst>
          <pc:docMk/>
          <pc:sldMk cId="1028054698" sldId="283"/>
        </pc:sldMkLst>
      </pc:sldChg>
    </pc:docChg>
  </pc:docChgLst>
  <pc:docChgLst>
    <pc:chgData name="Robin Carraway" userId="S::robin.carraway@mgccc.edu::1a99621e-78e1-4542-bebd-b614a66eedc8" providerId="AD" clId="Web-{906D6376-EDDC-2EE8-0B5B-9887656C94A6}"/>
  </pc:docChgLst>
  <pc:docChgLst>
    <pc:chgData name="Robin Carraway" userId="1a99621e-78e1-4542-bebd-b614a66eedc8" providerId="ADAL" clId="{555D5598-5699-4EAA-A7B6-784321F8DFEF}"/>
  </pc:docChgLst>
  <pc:docChgLst>
    <pc:chgData name="Robin Carraway" userId="1a99621e-78e1-4542-bebd-b614a66eedc8" providerId="ADAL" clId="{E4527BB5-4FC1-4060-B886-33985B43EE57}"/>
  </pc:docChgLst>
  <pc:docChgLst>
    <pc:chgData name="Robin Carraway" userId="S::robin.carraway@mgccc.edu::1a99621e-78e1-4542-bebd-b614a66eedc8" providerId="AD" clId="Web-{385FCB65-5B51-4F5D-D424-C98F25EE4FF1}"/>
  </pc:docChgLst>
  <pc:docChgLst>
    <pc:chgData name="Robin Carraway" userId="1a99621e-78e1-4542-bebd-b614a66eedc8" providerId="ADAL" clId="{9E2CE3E5-C660-4FF3-A2D4-0D14919F3212}"/>
  </pc:docChgLst>
  <pc:docChgLst>
    <pc:chgData name="Robin Carraway" userId="S::robin.carraway@mgccc.edu::1a99621e-78e1-4542-bebd-b614a66eedc8" providerId="AD" clId="Web-{9F5290CE-85A3-5E40-B8E8-2B9DB21C38F3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88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4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54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9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4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8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0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7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3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1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7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030BC45-4E2A-4416-9ABC-503DAC388AB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DCB6B1D-10A1-4F5D-9A8F-509FF6D8A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61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Ma9MzP19zI?feature=oembed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7NY6XdPBhxo?feature=oembe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qRSsFYLA-hI?feature=oembed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hbkwyZccQI?feature=oembed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5BAB-871A-456B-A596-BB8386C61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MEMBRANE STRUCTURE &amp;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A2669-6CE2-4438-98E5-83451F0FE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508647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08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D03D-C0F6-4269-9D63-78369AD8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13945"/>
            <a:ext cx="9875520" cy="1237488"/>
          </a:xfrm>
        </p:spPr>
        <p:txBody>
          <a:bodyPr/>
          <a:lstStyle/>
          <a:p>
            <a:pPr algn="ctr"/>
            <a:r>
              <a:rPr lang="en-US" dirty="0"/>
              <a:t>PLASMA MEMBRANE</a:t>
            </a:r>
            <a:br>
              <a:rPr lang="en-US" dirty="0"/>
            </a:br>
            <a:r>
              <a:rPr lang="en-US" sz="3600" dirty="0"/>
              <a:t>Review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E5FCFA-42BC-476B-9BE9-4AE83E654D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7538" y="1815170"/>
            <a:ext cx="6354020" cy="433425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37973-6D37-496D-8266-8FCF2B375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86600" y="1637697"/>
            <a:ext cx="4587862" cy="4334255"/>
          </a:xfrm>
        </p:spPr>
        <p:txBody>
          <a:bodyPr/>
          <a:lstStyle/>
          <a:p>
            <a:r>
              <a:rPr lang="en-US" sz="2400" dirty="0"/>
              <a:t>All cells have plasma membrane made of proteins &amp; lipids</a:t>
            </a:r>
          </a:p>
          <a:p>
            <a:r>
              <a:rPr lang="en-US" sz="2400" dirty="0"/>
              <a:t>Some cells also have outer cell wall (plants, fungi, bacteria)</a:t>
            </a:r>
          </a:p>
          <a:p>
            <a:r>
              <a:rPr lang="en-US" sz="2400" dirty="0"/>
              <a:t>Selectively permeable</a:t>
            </a:r>
          </a:p>
          <a:p>
            <a:pPr lvl="1"/>
            <a:r>
              <a:rPr lang="en-US" sz="2400" dirty="0"/>
              <a:t>Controls what enters &amp; exits the cell</a:t>
            </a:r>
          </a:p>
          <a:p>
            <a:r>
              <a:rPr lang="en-US" sz="2400" dirty="0"/>
              <a:t>Site of many chemical reactions</a:t>
            </a:r>
          </a:p>
          <a:p>
            <a:r>
              <a:rPr lang="en-US" sz="2400" dirty="0"/>
              <a:t>Receptors provide information regarding environment</a:t>
            </a:r>
          </a:p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34F347-6104-4FA0-BBBC-857E9C0C94CE}"/>
              </a:ext>
            </a:extLst>
          </p:cNvPr>
          <p:cNvSpPr/>
          <p:nvPr/>
        </p:nvSpPr>
        <p:spPr>
          <a:xfrm>
            <a:off x="2130552" y="4800600"/>
            <a:ext cx="1673352" cy="466344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88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06083"/>
            <a:ext cx="9875520" cy="1029419"/>
          </a:xfrm>
        </p:spPr>
        <p:txBody>
          <a:bodyPr/>
          <a:lstStyle/>
          <a:p>
            <a:pPr algn="ctr"/>
            <a:r>
              <a:rPr lang="en-US" dirty="0"/>
              <a:t>PHOSPHOLIPID BILAYER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0885" b="12349"/>
          <a:stretch/>
        </p:blipFill>
        <p:spPr>
          <a:xfrm>
            <a:off x="1694877" y="1535502"/>
            <a:ext cx="8771766" cy="44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5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6418-75C8-4181-B8F7-C29AE4F2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02336"/>
            <a:ext cx="9875520" cy="762000"/>
          </a:xfrm>
        </p:spPr>
        <p:txBody>
          <a:bodyPr/>
          <a:lstStyle/>
          <a:p>
            <a:pPr algn="ctr"/>
            <a:r>
              <a:rPr lang="en-US" b="1" dirty="0"/>
              <a:t>FLUID-MOSAIC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3ABAB-67A2-4C82-A8F6-99FE8FBFA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0797" y="1289305"/>
            <a:ext cx="5059027" cy="5291328"/>
          </a:xfrm>
        </p:spPr>
        <p:txBody>
          <a:bodyPr>
            <a:normAutofit/>
          </a:bodyPr>
          <a:lstStyle/>
          <a:p>
            <a:r>
              <a:rPr lang="en-US" sz="2800" dirty="0"/>
              <a:t>Model of plasma membrane based on changing location &amp; pattern of proteins </a:t>
            </a:r>
          </a:p>
          <a:p>
            <a:r>
              <a:rPr lang="en-US" sz="2500" dirty="0"/>
              <a:t>“Mosaic”</a:t>
            </a:r>
          </a:p>
          <a:p>
            <a:pPr lvl="1"/>
            <a:r>
              <a:rPr lang="en-US" sz="2500" dirty="0"/>
              <a:t>Pattern or image formed by small pieces</a:t>
            </a:r>
          </a:p>
          <a:p>
            <a:pPr lvl="1"/>
            <a:r>
              <a:rPr lang="en-US" sz="2500" dirty="0"/>
              <a:t>Membrane is pattern of different types of molecules </a:t>
            </a:r>
          </a:p>
          <a:p>
            <a:r>
              <a:rPr lang="en-US" sz="2500" dirty="0"/>
              <a:t>“Fluid”</a:t>
            </a:r>
          </a:p>
          <a:p>
            <a:pPr lvl="1"/>
            <a:r>
              <a:rPr lang="en-US" sz="2500" dirty="0"/>
              <a:t>Ability to flow easily</a:t>
            </a:r>
          </a:p>
          <a:p>
            <a:pPr lvl="1"/>
            <a:r>
              <a:rPr lang="en-US" sz="2500" dirty="0"/>
              <a:t>Molecules in membrane constantly moving in both directions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378D7-6D9B-422C-BA3F-92DB32E244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0254" y="1164336"/>
            <a:ext cx="6190949" cy="52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7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2AB2-EA95-49FB-A1B7-C7A54A0B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77281"/>
            <a:ext cx="9875520" cy="816864"/>
          </a:xfrm>
        </p:spPr>
        <p:txBody>
          <a:bodyPr/>
          <a:lstStyle/>
          <a:p>
            <a:pPr algn="ctr"/>
            <a:r>
              <a:rPr lang="en-US" dirty="0"/>
              <a:t>MEMBRANE 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D2748-489F-4C5D-BD5F-4A5ED2EC8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1094146"/>
            <a:ext cx="5376672" cy="4986614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3200" b="1" dirty="0">
                <a:solidFill>
                  <a:srgbClr val="00B0F0"/>
                </a:solidFill>
              </a:rPr>
              <a:t>CHANNEL PROTEINS</a:t>
            </a:r>
          </a:p>
          <a:p>
            <a:r>
              <a:rPr lang="en-US" sz="2500" dirty="0"/>
              <a:t>Involved in passing small molecules or ions through membrane</a:t>
            </a:r>
          </a:p>
          <a:p>
            <a:r>
              <a:rPr lang="en-US" sz="2500" dirty="0"/>
              <a:t>Forms channel allowing molecules to move from one side to other</a:t>
            </a:r>
          </a:p>
          <a:p>
            <a:r>
              <a:rPr lang="en-US" sz="2500" dirty="0"/>
              <a:t>Ex: Cystic fibrosis – faulty channel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82B58-84AC-45EA-A7E0-C21AFC5B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7612" y="1094145"/>
            <a:ext cx="5403180" cy="4986615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3200" b="1" dirty="0">
                <a:solidFill>
                  <a:srgbClr val="00B0F0"/>
                </a:solidFill>
              </a:rPr>
              <a:t>CARRIER PROTEINS</a:t>
            </a:r>
          </a:p>
          <a:p>
            <a:r>
              <a:rPr lang="en-US" sz="2500" dirty="0"/>
              <a:t>Involved in passing larger molecules through membrane</a:t>
            </a:r>
          </a:p>
          <a:p>
            <a:r>
              <a:rPr lang="en-US" sz="2500" dirty="0"/>
              <a:t>Change shape to move substance from one side to other</a:t>
            </a:r>
          </a:p>
          <a:p>
            <a:r>
              <a:rPr lang="en-US" sz="2500" dirty="0"/>
              <a:t>Ex: Na-K pump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00107-1E89-45A4-92B0-7B4811DF6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25" y="3840480"/>
            <a:ext cx="2063637" cy="27402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49C6A8-5074-414E-B26B-6A9CFCE1D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849" y="3705442"/>
            <a:ext cx="2063637" cy="287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56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2AB2-EA95-49FB-A1B7-C7A54A0B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99997"/>
            <a:ext cx="9875520" cy="816864"/>
          </a:xfrm>
        </p:spPr>
        <p:txBody>
          <a:bodyPr/>
          <a:lstStyle/>
          <a:p>
            <a:pPr algn="ctr"/>
            <a:r>
              <a:rPr lang="en-US" dirty="0"/>
              <a:t>MEMBRANE 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D2748-489F-4C5D-BD5F-4A5ED2EC8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004" y="1116862"/>
            <a:ext cx="5112876" cy="4963898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3200" b="1" dirty="0">
                <a:solidFill>
                  <a:srgbClr val="00B0F0"/>
                </a:solidFill>
              </a:rPr>
              <a:t>CELL RECOGNITION PROTEINS</a:t>
            </a:r>
          </a:p>
          <a:p>
            <a:r>
              <a:rPr lang="en-US" sz="2500" dirty="0"/>
              <a:t>Glycoproteins – have carbohydrate chain marker (unique to individual)</a:t>
            </a:r>
          </a:p>
          <a:p>
            <a:r>
              <a:rPr lang="en-US" sz="2500" dirty="0"/>
              <a:t>Recognize foreign cells by different marker – send signal for immune response</a:t>
            </a:r>
          </a:p>
          <a:p>
            <a:r>
              <a:rPr lang="en-US" sz="2500" dirty="0"/>
              <a:t>Ex: Blood type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82B58-84AC-45EA-A7E0-C21AFC5B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7612" y="1116861"/>
            <a:ext cx="5326290" cy="4963899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3200" b="1" dirty="0">
                <a:solidFill>
                  <a:srgbClr val="00B0F0"/>
                </a:solidFill>
              </a:rPr>
              <a:t>RECEPTOR PROTEINS</a:t>
            </a:r>
          </a:p>
          <a:p>
            <a:r>
              <a:rPr lang="en-US" sz="2500" dirty="0"/>
              <a:t>Have shape allowing only a specific molecule to bind to it – “lock-and-key”</a:t>
            </a:r>
          </a:p>
          <a:p>
            <a:r>
              <a:rPr lang="en-US" sz="2500" dirty="0"/>
              <a:t>Binding causes protein to change shape which signals cell for response</a:t>
            </a:r>
          </a:p>
          <a:p>
            <a:r>
              <a:rPr lang="en-US" sz="2500" dirty="0"/>
              <a:t>Ex: Insulin receptor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0BB0C-9C35-450D-9BB6-613C9D60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751479"/>
            <a:ext cx="1899537" cy="2806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892731-A86C-43B4-B34D-37C3389AE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287" y="3700184"/>
            <a:ext cx="2191578" cy="285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01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2AB2-EA95-49FB-A1B7-C7A54A0B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59025"/>
            <a:ext cx="9875520" cy="816864"/>
          </a:xfrm>
        </p:spPr>
        <p:txBody>
          <a:bodyPr/>
          <a:lstStyle/>
          <a:p>
            <a:pPr algn="ctr"/>
            <a:r>
              <a:rPr lang="en-US" dirty="0"/>
              <a:t>MEMBRANE 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D2748-489F-4C5D-BD5F-4A5ED2EC8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0668" y="1075890"/>
            <a:ext cx="4897212" cy="5004870"/>
          </a:xfrm>
        </p:spPr>
        <p:txBody>
          <a:bodyPr/>
          <a:lstStyle/>
          <a:p>
            <a:pPr marL="45720" indent="0" algn="ctr">
              <a:buNone/>
            </a:pPr>
            <a:r>
              <a:rPr lang="en-US" sz="3200" b="1" dirty="0">
                <a:solidFill>
                  <a:srgbClr val="00B0F0"/>
                </a:solidFill>
              </a:rPr>
              <a:t>ENZYMATIC PROTEINS</a:t>
            </a:r>
          </a:p>
          <a:p>
            <a:r>
              <a:rPr lang="en-US" sz="2500" dirty="0"/>
              <a:t>Carry out specific chemical reactions</a:t>
            </a:r>
          </a:p>
          <a:p>
            <a:r>
              <a:rPr lang="en-US" sz="2500" dirty="0"/>
              <a:t>Required for cell metabolism</a:t>
            </a:r>
          </a:p>
          <a:p>
            <a:r>
              <a:rPr lang="en-US" sz="2500" dirty="0"/>
              <a:t>Ex: Lactase – breaks down lactose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82B58-84AC-45EA-A7E0-C21AFC5B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7612" y="1075889"/>
            <a:ext cx="5032992" cy="5004871"/>
          </a:xfrm>
        </p:spPr>
        <p:txBody>
          <a:bodyPr/>
          <a:lstStyle/>
          <a:p>
            <a:pPr marL="45720" indent="0" algn="ctr">
              <a:buNone/>
            </a:pPr>
            <a:r>
              <a:rPr lang="en-US" sz="3200" b="1" dirty="0">
                <a:solidFill>
                  <a:srgbClr val="00B0F0"/>
                </a:solidFill>
              </a:rPr>
              <a:t>JUNCTION PROTEINS</a:t>
            </a:r>
          </a:p>
          <a:p>
            <a:r>
              <a:rPr lang="en-US" sz="2500" dirty="0"/>
              <a:t>Form connections between cells</a:t>
            </a:r>
          </a:p>
          <a:p>
            <a:r>
              <a:rPr lang="en-US" sz="2500" dirty="0"/>
              <a:t>Allows cells to function together as tissue</a:t>
            </a:r>
          </a:p>
          <a:p>
            <a:r>
              <a:rPr lang="en-US" sz="2500" dirty="0"/>
              <a:t>Ex: Cells lining respiratory tract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14263-E9FB-459D-AE15-8441B866E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759" y="3607049"/>
            <a:ext cx="2130614" cy="2991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F6610-F770-4333-9099-2D259BF1A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761" y="3639293"/>
            <a:ext cx="2130614" cy="295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1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FD59-E7A0-4F00-BA86-87D1361B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2128"/>
            <a:ext cx="9875520" cy="92659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BE37-EEA8-44D1-8793-5C64FBB9B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376" y="1188720"/>
            <a:ext cx="5175504" cy="5248918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Contains solute &amp; solvent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Solute</a:t>
            </a:r>
            <a:r>
              <a:rPr lang="en-US" sz="2800" dirty="0"/>
              <a:t> – the substance being dissolved, usually solid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Solvent</a:t>
            </a:r>
            <a:r>
              <a:rPr lang="en-US" sz="2800" dirty="0"/>
              <a:t> – the substance doing the dissolving, usually liquid</a:t>
            </a:r>
          </a:p>
          <a:p>
            <a:r>
              <a:rPr lang="en-US" sz="2800" dirty="0"/>
              <a:t>Examples:</a:t>
            </a:r>
          </a:p>
          <a:p>
            <a:pPr lvl="1"/>
            <a:r>
              <a:rPr lang="en-US" sz="2400" dirty="0"/>
              <a:t>Sweet tea – sugar is solute, tea is solvent, sweet tea is solution</a:t>
            </a:r>
          </a:p>
          <a:p>
            <a:pPr lvl="1"/>
            <a:r>
              <a:rPr lang="en-US" sz="2400" dirty="0"/>
              <a:t>Kool-Aid – Kool-Aid granules are solute, water is solvent, mixed Kool-Aid is solution</a:t>
            </a:r>
          </a:p>
          <a:p>
            <a:pPr lvl="1"/>
            <a:r>
              <a:rPr lang="en-US" sz="2400" dirty="0"/>
              <a:t>Food coloring – dye is solute, water is solvent, colored water is 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01592A-A8D9-4AFF-BAE0-C32D31BF26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33689" y="4030265"/>
            <a:ext cx="4754563" cy="2407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ED1194-7CA5-43FB-B451-78E675195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22" y="1517646"/>
            <a:ext cx="5309926" cy="250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08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B04842-BCAA-496C-8442-0BA3AFA0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02164"/>
            <a:ext cx="9875520" cy="72542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CONCENTRATION GRADIENT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6D1BF3D-F6EB-466D-92F2-8DDFC6D9DC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0047" y="1335024"/>
            <a:ext cx="5626002" cy="491337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601DBC-A785-4D8F-8AFF-825C4E3E3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3639" y="1335023"/>
            <a:ext cx="5416527" cy="522105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Unequal distribution of particles</a:t>
            </a:r>
          </a:p>
          <a:p>
            <a:r>
              <a:rPr lang="en-US" sz="2500" dirty="0"/>
              <a:t>Occurs when concentration of particles is higher in one area than in another</a:t>
            </a:r>
          </a:p>
          <a:p>
            <a:r>
              <a:rPr lang="en-US" sz="2500" dirty="0"/>
              <a:t>To move </a:t>
            </a:r>
            <a:r>
              <a:rPr lang="en-US" sz="2500" b="1" u="sng" dirty="0"/>
              <a:t>with/down</a:t>
            </a:r>
            <a:r>
              <a:rPr lang="en-US" sz="2500" b="1" dirty="0"/>
              <a:t> </a:t>
            </a:r>
            <a:r>
              <a:rPr lang="en-US" sz="2500" dirty="0"/>
              <a:t>the concentration gradient – particles move from </a:t>
            </a:r>
            <a:r>
              <a:rPr lang="en-US" sz="2500" b="1" u="sng" dirty="0"/>
              <a:t>high to low</a:t>
            </a:r>
            <a:r>
              <a:rPr lang="en-US" sz="2500" dirty="0"/>
              <a:t>, evens out areas</a:t>
            </a:r>
          </a:p>
          <a:p>
            <a:r>
              <a:rPr lang="en-US" sz="2500" dirty="0"/>
              <a:t>To move </a:t>
            </a:r>
            <a:r>
              <a:rPr lang="en-US" sz="2500" b="1" u="sng" dirty="0"/>
              <a:t>against/up</a:t>
            </a:r>
            <a:r>
              <a:rPr lang="en-US" sz="2500" b="1" dirty="0"/>
              <a:t> </a:t>
            </a:r>
            <a:r>
              <a:rPr lang="en-US" sz="2500" dirty="0"/>
              <a:t>the concentration gradient – particles move from </a:t>
            </a:r>
            <a:r>
              <a:rPr lang="en-US" sz="2500" b="1" u="sng" dirty="0"/>
              <a:t>low to high</a:t>
            </a:r>
            <a:r>
              <a:rPr lang="en-US" sz="2500" dirty="0"/>
              <a:t>, makes high concentration higher and low concentration lower</a:t>
            </a:r>
          </a:p>
        </p:txBody>
      </p:sp>
    </p:spTree>
    <p:extLst>
      <p:ext uri="{BB962C8B-B14F-4D97-AF65-F5344CB8AC3E}">
        <p14:creationId xmlns:p14="http://schemas.microsoft.com/office/powerpoint/2010/main" val="235895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4717-F9CA-440B-91C7-743C2457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2128"/>
            <a:ext cx="9875520" cy="75285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PASSIVE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1F802-0961-4E6C-84F2-D6236EA7D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298" y="950976"/>
            <a:ext cx="5074230" cy="538581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Movement of particles from high concentration to low concentration </a:t>
            </a:r>
            <a:r>
              <a:rPr lang="en-US" sz="2800" dirty="0"/>
              <a:t>– </a:t>
            </a:r>
            <a:r>
              <a:rPr lang="en-US" sz="2800" u="sng" dirty="0"/>
              <a:t>with/down </a:t>
            </a:r>
            <a:r>
              <a:rPr lang="en-US" sz="2800" dirty="0"/>
              <a:t>the concentration gradient</a:t>
            </a:r>
          </a:p>
          <a:p>
            <a:r>
              <a:rPr lang="en-US" sz="2500" dirty="0"/>
              <a:t>No energy required</a:t>
            </a:r>
          </a:p>
          <a:p>
            <a:r>
              <a:rPr lang="en-US" sz="2500" dirty="0"/>
              <a:t>Three methods: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Diffusion</a:t>
            </a:r>
            <a:r>
              <a:rPr lang="en-US" sz="2500" dirty="0"/>
              <a:t> – movement of particles, such as gases &amp; ions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Osmosis</a:t>
            </a:r>
            <a:r>
              <a:rPr lang="en-US" sz="2500" dirty="0"/>
              <a:t> – movement of water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Facilitated transport </a:t>
            </a:r>
            <a:r>
              <a:rPr lang="en-US" sz="2500" dirty="0"/>
              <a:t>– movement of larger particles, like glucose, requires carrier or channel protein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72218-3AAE-45E3-879D-FF0B233B7B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8019"/>
          <a:stretch/>
        </p:blipFill>
        <p:spPr>
          <a:xfrm>
            <a:off x="5367528" y="1572241"/>
            <a:ext cx="6457028" cy="44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4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A759-F64A-4B37-AFEE-CC3020A6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60" y="310983"/>
            <a:ext cx="5212080" cy="79319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OSMOSIS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9FA5-E163-4DD8-9217-7EDAADFD3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882" y="1362974"/>
            <a:ext cx="5750582" cy="4695644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Diffusion of water from </a:t>
            </a:r>
            <a:r>
              <a:rPr lang="en-US" sz="2800" b="1" u="sng" dirty="0">
                <a:solidFill>
                  <a:srgbClr val="00B0F0"/>
                </a:solidFill>
              </a:rPr>
              <a:t>high to low </a:t>
            </a:r>
            <a:r>
              <a:rPr lang="en-US" sz="2800" b="1" dirty="0">
                <a:solidFill>
                  <a:srgbClr val="00B0F0"/>
                </a:solidFill>
              </a:rPr>
              <a:t>concentration</a:t>
            </a:r>
          </a:p>
          <a:p>
            <a:r>
              <a:rPr lang="en-US" sz="2800" b="1" dirty="0">
                <a:solidFill>
                  <a:srgbClr val="00B0F0"/>
                </a:solidFill>
              </a:rPr>
              <a:t>Tonicity</a:t>
            </a:r>
            <a:r>
              <a:rPr lang="en-US" sz="2800" dirty="0"/>
              <a:t> – </a:t>
            </a:r>
            <a:r>
              <a:rPr lang="en-US" sz="2800" b="1" dirty="0">
                <a:solidFill>
                  <a:srgbClr val="00B0F0"/>
                </a:solidFill>
              </a:rPr>
              <a:t>the strength of a solution</a:t>
            </a:r>
          </a:p>
          <a:p>
            <a:endParaRPr lang="en-US" sz="2800" b="1" dirty="0">
              <a:solidFill>
                <a:srgbClr val="00B0F0"/>
              </a:solidFill>
            </a:endParaRPr>
          </a:p>
          <a:p>
            <a:r>
              <a:rPr lang="en-US" sz="2800" b="1" dirty="0">
                <a:solidFill>
                  <a:srgbClr val="00B0F0"/>
                </a:solidFill>
              </a:rPr>
              <a:t>Isotonic</a:t>
            </a:r>
            <a:r>
              <a:rPr lang="en-US" sz="2300" b="1" dirty="0">
                <a:solidFill>
                  <a:srgbClr val="00B0F0"/>
                </a:solidFill>
              </a:rPr>
              <a:t> </a:t>
            </a:r>
            <a:r>
              <a:rPr lang="en-US" sz="2800" b="1" dirty="0">
                <a:solidFill>
                  <a:srgbClr val="00B0F0"/>
                </a:solidFill>
              </a:rPr>
              <a:t>Solution</a:t>
            </a:r>
            <a:endParaRPr lang="en-US" sz="2300" dirty="0"/>
          </a:p>
          <a:p>
            <a:pPr lvl="2"/>
            <a:r>
              <a:rPr lang="en-US" sz="2800" dirty="0"/>
              <a:t>“Iso” means “the same”</a:t>
            </a:r>
          </a:p>
          <a:p>
            <a:pPr lvl="2"/>
            <a:r>
              <a:rPr lang="en-US" sz="2800" u="sng" dirty="0"/>
              <a:t>Same</a:t>
            </a:r>
            <a:r>
              <a:rPr lang="en-US" sz="2800" dirty="0"/>
              <a:t> concentration of solute inside and outside cell</a:t>
            </a:r>
          </a:p>
          <a:p>
            <a:pPr lvl="2"/>
            <a:r>
              <a:rPr lang="en-US" sz="2800" dirty="0"/>
              <a:t>H2O flows in &amp; out equally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0D991A-9E21-4EE9-A8DF-99E5810422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20061" y="1362974"/>
            <a:ext cx="6320490" cy="4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32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A759-F64A-4B37-AFEE-CC3020A6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60" y="134187"/>
            <a:ext cx="5212080" cy="135636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OSMOSIS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9FA5-E163-4DD8-9217-7EDAADFD3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418" y="2352136"/>
            <a:ext cx="5494665" cy="2908734"/>
          </a:xfrm>
        </p:spPr>
        <p:txBody>
          <a:bodyPr>
            <a:noAutofit/>
          </a:bodyPr>
          <a:lstStyle/>
          <a:p>
            <a:pPr lvl="1"/>
            <a:r>
              <a:rPr lang="en-US" sz="2800" b="1" dirty="0">
                <a:solidFill>
                  <a:srgbClr val="00B0F0"/>
                </a:solidFill>
              </a:rPr>
              <a:t>Hypotonic Solution</a:t>
            </a:r>
          </a:p>
          <a:p>
            <a:pPr lvl="2"/>
            <a:r>
              <a:rPr lang="en-US" sz="2800" dirty="0"/>
              <a:t>“Hypo” means “less than”</a:t>
            </a:r>
          </a:p>
          <a:p>
            <a:pPr lvl="2"/>
            <a:r>
              <a:rPr lang="en-US" sz="2800" dirty="0"/>
              <a:t>Solute outside cell is </a:t>
            </a:r>
            <a:r>
              <a:rPr lang="en-US" sz="2800" u="sng" dirty="0"/>
              <a:t>less than </a:t>
            </a:r>
            <a:r>
              <a:rPr lang="en-US" sz="2800" dirty="0"/>
              <a:t>inside cell</a:t>
            </a:r>
          </a:p>
          <a:p>
            <a:pPr lvl="2"/>
            <a:r>
              <a:rPr lang="en-US" sz="2800" dirty="0"/>
              <a:t>H2O flows from outside to inside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554B4B-C458-4116-9770-3341F88376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07977" y="1595887"/>
            <a:ext cx="5988125" cy="442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78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A759-F64A-4B37-AFEE-CC3020A6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60" y="134187"/>
            <a:ext cx="5212080" cy="135636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OSMOSIS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9FA5-E163-4DD8-9217-7EDAADFD3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186" y="2352136"/>
            <a:ext cx="5635897" cy="2908734"/>
          </a:xfrm>
        </p:spPr>
        <p:txBody>
          <a:bodyPr>
            <a:noAutofit/>
          </a:bodyPr>
          <a:lstStyle/>
          <a:p>
            <a:pPr lvl="1"/>
            <a:r>
              <a:rPr lang="en-US" sz="2800" b="1" dirty="0">
                <a:solidFill>
                  <a:srgbClr val="00B0F0"/>
                </a:solidFill>
              </a:rPr>
              <a:t>Hypertonic Solution</a:t>
            </a:r>
          </a:p>
          <a:p>
            <a:pPr lvl="2"/>
            <a:r>
              <a:rPr lang="en-US" sz="2800" dirty="0"/>
              <a:t>“Hyper” means “more than”</a:t>
            </a:r>
          </a:p>
          <a:p>
            <a:pPr lvl="2"/>
            <a:r>
              <a:rPr lang="en-US" sz="2800" dirty="0"/>
              <a:t>Solute outside cell is </a:t>
            </a:r>
            <a:r>
              <a:rPr lang="en-US" sz="2800" u="sng" dirty="0"/>
              <a:t>more than </a:t>
            </a:r>
            <a:r>
              <a:rPr lang="en-US" sz="2800" dirty="0"/>
              <a:t>inside cell</a:t>
            </a:r>
          </a:p>
          <a:p>
            <a:pPr lvl="2"/>
            <a:r>
              <a:rPr lang="en-US" sz="2800" dirty="0"/>
              <a:t>H2O flows from inside to outside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1F94D4-B6B9-480E-B302-B598D952D7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77899" y="1415221"/>
            <a:ext cx="6048281" cy="475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7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Hypertonic, Hypotonic and Isotonic Solutions!">
            <a:hlinkClick r:id="" action="ppaction://media"/>
            <a:extLst>
              <a:ext uri="{FF2B5EF4-FFF2-40B4-BE49-F238E27FC236}">
                <a16:creationId xmlns:a16="http://schemas.microsoft.com/office/drawing/2014/main" id="{02CD948C-30A6-3C69-9CCF-79CF4067544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3950" y="290412"/>
            <a:ext cx="9214733" cy="6228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C6C432-3804-39D7-3971-8333783F0053}"/>
              </a:ext>
            </a:extLst>
          </p:cNvPr>
          <p:cNvSpPr txBox="1"/>
          <p:nvPr/>
        </p:nvSpPr>
        <p:spPr>
          <a:xfrm>
            <a:off x="11053822" y="5941670"/>
            <a:ext cx="2743199" cy="457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3AD78-DBA6-2E7D-567D-71F44490780F}"/>
              </a:ext>
            </a:extLst>
          </p:cNvPr>
          <p:cNvSpPr txBox="1"/>
          <p:nvPr/>
        </p:nvSpPr>
        <p:spPr>
          <a:xfrm>
            <a:off x="10581189" y="5874152"/>
            <a:ext cx="125392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Start at 0:23</a:t>
            </a:r>
          </a:p>
          <a:p>
            <a:r>
              <a:rPr lang="en-US" sz="1600" dirty="0"/>
              <a:t>Stop at 3:52</a:t>
            </a:r>
          </a:p>
        </p:txBody>
      </p:sp>
    </p:spTree>
    <p:extLst>
      <p:ext uri="{BB962C8B-B14F-4D97-AF65-F5344CB8AC3E}">
        <p14:creationId xmlns:p14="http://schemas.microsoft.com/office/powerpoint/2010/main" val="2343636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1019-EE5C-4D6F-9664-8BC7BBA0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9560"/>
            <a:ext cx="9875520" cy="81686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ACTIVE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BEF98-5584-4B4A-B368-BF134932D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121" y="1389319"/>
            <a:ext cx="6198252" cy="478277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Movement of particles from low concentration to high concentration </a:t>
            </a:r>
            <a:r>
              <a:rPr lang="en-US" sz="2800" dirty="0"/>
              <a:t>- against concentration gradient</a:t>
            </a:r>
          </a:p>
          <a:p>
            <a:r>
              <a:rPr lang="en-US" sz="2500" dirty="0"/>
              <a:t>Requires energy (ATP)</a:t>
            </a:r>
          </a:p>
          <a:p>
            <a:r>
              <a:rPr lang="en-US" sz="2500" dirty="0"/>
              <a:t>Three main processes: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Protein pump </a:t>
            </a:r>
            <a:r>
              <a:rPr lang="en-US" sz="2500" dirty="0"/>
              <a:t>– carrier proteins transport molecules against gradient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Exocytosis</a:t>
            </a:r>
            <a:r>
              <a:rPr lang="en-US" sz="2500" dirty="0"/>
              <a:t> – transport of materials out of cell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Endocytosis</a:t>
            </a:r>
            <a:r>
              <a:rPr lang="en-US" sz="2500" dirty="0"/>
              <a:t> – transport of materials into cell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82F17E-D886-48CF-B034-8619579416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37618" y="1389319"/>
            <a:ext cx="4624030" cy="452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50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31A0-EA11-4EAA-B2E0-38B2EDA7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612" y="367322"/>
            <a:ext cx="4288536" cy="9906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PROTEIN PUMP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620B2-060F-4BDA-91E2-652E82C74C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2641" y="583528"/>
            <a:ext cx="5670270" cy="569094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DF677-E7A3-4A92-AE81-B88B8F887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57922"/>
            <a:ext cx="5699760" cy="4916550"/>
          </a:xfrm>
        </p:spPr>
        <p:txBody>
          <a:bodyPr>
            <a:noAutofit/>
          </a:bodyPr>
          <a:lstStyle/>
          <a:p>
            <a:r>
              <a:rPr lang="en-US" sz="2600" dirty="0"/>
              <a:t>Movement of particles against concentration gradient – low to high</a:t>
            </a:r>
          </a:p>
          <a:p>
            <a:r>
              <a:rPr lang="en-US" sz="2600" dirty="0"/>
              <a:t>Requires carrier proteins and ATP</a:t>
            </a:r>
          </a:p>
          <a:p>
            <a:r>
              <a:rPr lang="en-US" sz="2600" dirty="0"/>
              <a:t>Sodium-Potassium pump</a:t>
            </a:r>
          </a:p>
          <a:p>
            <a:pPr lvl="1"/>
            <a:r>
              <a:rPr lang="en-US" sz="2400" dirty="0"/>
              <a:t>Active in all animal cells</a:t>
            </a:r>
          </a:p>
          <a:p>
            <a:pPr lvl="1"/>
            <a:r>
              <a:rPr lang="en-US" sz="2400" dirty="0"/>
              <a:t>Most associated with nerve &amp; muscle cells</a:t>
            </a:r>
          </a:p>
          <a:p>
            <a:pPr lvl="1"/>
            <a:r>
              <a:rPr lang="en-US" sz="2400" dirty="0"/>
              <a:t>Moves 3 Na+ ions from inside to outside</a:t>
            </a:r>
          </a:p>
          <a:p>
            <a:pPr lvl="1"/>
            <a:r>
              <a:rPr lang="en-US" sz="2400" dirty="0"/>
              <a:t>Moves 2 K+ ions from outside to inside</a:t>
            </a:r>
          </a:p>
          <a:p>
            <a:pPr lvl="1"/>
            <a:r>
              <a:rPr lang="en-US" sz="2400" dirty="0"/>
              <a:t>Creates an electrical gradient – necessary for electrical impulses in muscles and nerves</a:t>
            </a:r>
          </a:p>
        </p:txBody>
      </p:sp>
    </p:spTree>
    <p:extLst>
      <p:ext uri="{BB962C8B-B14F-4D97-AF65-F5344CB8AC3E}">
        <p14:creationId xmlns:p14="http://schemas.microsoft.com/office/powerpoint/2010/main" val="1230112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Sodium Potassium Pump">
            <a:hlinkClick r:id="" action="ppaction://media"/>
            <a:extLst>
              <a:ext uri="{FF2B5EF4-FFF2-40B4-BE49-F238E27FC236}">
                <a16:creationId xmlns:a16="http://schemas.microsoft.com/office/drawing/2014/main" id="{A9666B61-BBE9-3CE3-6140-7A84DC645C0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17570" y="348286"/>
            <a:ext cx="9118278" cy="6180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5CD241-867D-074D-CC20-62364F50A1AE}"/>
              </a:ext>
            </a:extLst>
          </p:cNvPr>
          <p:cNvSpPr txBox="1"/>
          <p:nvPr/>
        </p:nvSpPr>
        <p:spPr>
          <a:xfrm>
            <a:off x="10639062" y="5912735"/>
            <a:ext cx="134073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Start at 2:50</a:t>
            </a:r>
          </a:p>
          <a:p>
            <a:r>
              <a:rPr lang="en-US" sz="1600" dirty="0"/>
              <a:t>End at 4:14</a:t>
            </a:r>
          </a:p>
        </p:txBody>
      </p:sp>
    </p:spTree>
    <p:extLst>
      <p:ext uri="{BB962C8B-B14F-4D97-AF65-F5344CB8AC3E}">
        <p14:creationId xmlns:p14="http://schemas.microsoft.com/office/powerpoint/2010/main" val="2589983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F513-E111-4295-9D53-316771E9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36805"/>
            <a:ext cx="9875520" cy="88087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EXOCYTOSIS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41BD-C9BC-45A9-A1F8-A9696F4D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745" y="1407657"/>
            <a:ext cx="5477256" cy="473503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Movement of molecules from inside cell to outside cell</a:t>
            </a:r>
          </a:p>
          <a:p>
            <a:r>
              <a:rPr lang="en-US" sz="2500" dirty="0"/>
              <a:t>Type of bulk transport – movement of large molecules, such as proteins, nucleic acids, &amp; polysaccharides</a:t>
            </a:r>
          </a:p>
          <a:p>
            <a:pPr marL="45720" indent="0">
              <a:buNone/>
            </a:pPr>
            <a:r>
              <a:rPr lang="en-US" sz="2500" dirty="0"/>
              <a:t>1. Golgi body packages molecules into vesicle</a:t>
            </a:r>
          </a:p>
          <a:p>
            <a:pPr marL="45720" indent="0">
              <a:buNone/>
            </a:pPr>
            <a:r>
              <a:rPr lang="en-US" sz="2500" dirty="0"/>
              <a:t>2. Vesicle fuses with plasma membrane</a:t>
            </a:r>
          </a:p>
          <a:p>
            <a:pPr marL="45720" indent="0">
              <a:buNone/>
            </a:pPr>
            <a:r>
              <a:rPr lang="en-US" sz="2500" dirty="0"/>
              <a:t>3. Plasma membrane opens to expel molecules into extracellular environment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9F6FB3-2000-4544-9807-FC73A4F7E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366" y="1676629"/>
            <a:ext cx="5897881" cy="419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38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Exocytosis Animation (with a real Paramecium!)">
            <a:hlinkClick r:id="" action="ppaction://media"/>
            <a:extLst>
              <a:ext uri="{FF2B5EF4-FFF2-40B4-BE49-F238E27FC236}">
                <a16:creationId xmlns:a16="http://schemas.microsoft.com/office/drawing/2014/main" id="{F1AD5513-D0FB-7504-B862-3C1F7F8EB43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88634" y="300059"/>
            <a:ext cx="9060403" cy="627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20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6D4-4D58-4316-A25D-B09F1538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600"/>
            <a:ext cx="4922520" cy="826008"/>
          </a:xfrm>
        </p:spPr>
        <p:txBody>
          <a:bodyPr/>
          <a:lstStyle/>
          <a:p>
            <a:pPr algn="ctr"/>
            <a:r>
              <a:rPr lang="en-US" dirty="0"/>
              <a:t>ENDOCYTOSIS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57AEA-C11D-4F86-A42B-54366102C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034" y="256722"/>
            <a:ext cx="5638398" cy="634455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Movement of molecules from outside cell to inside cell</a:t>
            </a:r>
          </a:p>
          <a:p>
            <a:r>
              <a:rPr lang="en-US" sz="2400" dirty="0"/>
              <a:t>Type of bulk transport</a:t>
            </a:r>
          </a:p>
          <a:p>
            <a:r>
              <a:rPr lang="en-US" sz="2400" dirty="0"/>
              <a:t>Plasma membrane envelopes particle, forming vesicle</a:t>
            </a:r>
          </a:p>
          <a:p>
            <a:r>
              <a:rPr lang="en-US" sz="2400" dirty="0"/>
              <a:t>Vesicle fuses with lysosome to digest particle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Phagocytosis</a:t>
            </a:r>
            <a:r>
              <a:rPr lang="en-US" sz="2400" dirty="0"/>
              <a:t> – “Cell eating”</a:t>
            </a:r>
          </a:p>
          <a:p>
            <a:pPr lvl="2"/>
            <a:r>
              <a:rPr lang="en-US" sz="2000" dirty="0"/>
              <a:t>Take in large molecule, such as food or other cell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Pinocytosis</a:t>
            </a:r>
            <a:r>
              <a:rPr lang="en-US" sz="2400" dirty="0"/>
              <a:t> – “Cell drinking”</a:t>
            </a:r>
          </a:p>
          <a:p>
            <a:pPr lvl="2"/>
            <a:r>
              <a:rPr lang="en-US" sz="2000" dirty="0"/>
              <a:t>Take in liquid or small particles</a:t>
            </a:r>
          </a:p>
          <a:p>
            <a:pPr lvl="1"/>
            <a:r>
              <a:rPr lang="en-US" sz="2800" b="1" dirty="0">
                <a:solidFill>
                  <a:srgbClr val="00B0F0"/>
                </a:solidFill>
              </a:rPr>
              <a:t>Receptor-mediated endocytosis</a:t>
            </a:r>
          </a:p>
          <a:p>
            <a:pPr lvl="2"/>
            <a:r>
              <a:rPr lang="en-US" sz="2000" dirty="0"/>
              <a:t>Specialized form of pinocytosis</a:t>
            </a:r>
          </a:p>
          <a:p>
            <a:pPr lvl="2"/>
            <a:r>
              <a:rPr lang="en-US" sz="2000" dirty="0"/>
              <a:t>Requires receptor proteins to recognize &amp; take in specific molecules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EACD75-E5AC-4D33-A07A-002E48825C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888" t="6017" r="2708" b="15354"/>
          <a:stretch/>
        </p:blipFill>
        <p:spPr>
          <a:xfrm>
            <a:off x="5734498" y="1664898"/>
            <a:ext cx="6175128" cy="402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44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Endocytosis (featuring a real amoeba and white blood cell!)">
            <a:hlinkClick r:id="" action="ppaction://media"/>
            <a:extLst>
              <a:ext uri="{FF2B5EF4-FFF2-40B4-BE49-F238E27FC236}">
                <a16:creationId xmlns:a16="http://schemas.microsoft.com/office/drawing/2014/main" id="{329C5530-404F-75A6-C333-F4A125F5295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33712" y="298048"/>
            <a:ext cx="9529821" cy="6264797"/>
          </a:xfrm>
        </p:spPr>
      </p:pic>
    </p:spTree>
    <p:extLst>
      <p:ext uri="{BB962C8B-B14F-4D97-AF65-F5344CB8AC3E}">
        <p14:creationId xmlns:p14="http://schemas.microsoft.com/office/powerpoint/2010/main" val="1315859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470A-6217-4389-9B88-EBC83ADE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POSSIBLE TEAS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C1142-723B-4933-9BB3-66951EC5A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Which of the following statements about diffusion is true? Select all that apply.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Diffusion is the net movement of molecules from a region of high concentration to a region of low concentration.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Diffusion is an active process.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Osmosis is an example of diffusion.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Gas exchange in tissues is an example of diffusion.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Diffusion is the net movement of molecules from a region of low concentration to a region of high concentration.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Diffusion is a passive process.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7948C-5543-4685-A230-4CA62D97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1" y="295511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5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470A-6217-4389-9B88-EBC83ADE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POSSIBLE TEAS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C1142-723B-4933-9BB3-66951EC5A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Which of the following statements about diffusion is true? Select all that apply.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highlight>
                  <a:srgbClr val="FFFF00"/>
                </a:highlight>
              </a:rPr>
              <a:t>Diffusion is the net movement of molecules from a region of high concentration to a region of low concentration.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Diffusion is an active process.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highlight>
                  <a:srgbClr val="FFFF00"/>
                </a:highlight>
              </a:rPr>
              <a:t>Osmosis is an example of diffusion.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highlight>
                  <a:srgbClr val="FFFF00"/>
                </a:highlight>
              </a:rPr>
              <a:t>Gas exchange in tissues is an example of diffusion.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/>
              <a:t>Diffusion is the net movement of molecules from a region of low concentration to a region of high concentration.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2400" dirty="0">
                <a:highlight>
                  <a:srgbClr val="FFFF00"/>
                </a:highlight>
              </a:rPr>
              <a:t>Diffusion is a passive process.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7948C-5543-4685-A230-4CA62D97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1" y="295511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1662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875a5b-24e8-4236-8f8e-1a24afdf8b6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40AB69B1E724F9D82F7ADB0303020" ma:contentTypeVersion="11" ma:contentTypeDescription="Create a new document." ma:contentTypeScope="" ma:versionID="c6f81f419ccd7ab77eff0bc7b9558a3c">
  <xsd:schema xmlns:xsd="http://www.w3.org/2001/XMLSchema" xmlns:xs="http://www.w3.org/2001/XMLSchema" xmlns:p="http://schemas.microsoft.com/office/2006/metadata/properties" xmlns:ns3="80875a5b-24e8-4236-8f8e-1a24afdf8b62" xmlns:ns4="bc601e7c-aa43-481c-a1c3-cc2bfa84e001" targetNamespace="http://schemas.microsoft.com/office/2006/metadata/properties" ma:root="true" ma:fieldsID="cbe513ddcbc96a4dbd4eacd0e9fe86a1" ns3:_="" ns4:_="">
    <xsd:import namespace="80875a5b-24e8-4236-8f8e-1a24afdf8b62"/>
    <xsd:import namespace="bc601e7c-aa43-481c-a1c3-cc2bfa84e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5a5b-24e8-4236-8f8e-1a24afdf8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01e7c-aa43-481c-a1c3-cc2bfa84e00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BBBFF9-6CE9-45D1-A3AC-6092923A4D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EA9781-9DCA-4888-AB2E-3AB5C7FB274F}">
  <ds:schemaRefs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80875a5b-24e8-4236-8f8e-1a24afdf8b62"/>
    <ds:schemaRef ds:uri="http://schemas.microsoft.com/office/infopath/2007/PartnerControls"/>
    <ds:schemaRef ds:uri="http://schemas.microsoft.com/office/2006/documentManagement/types"/>
    <ds:schemaRef ds:uri="bc601e7c-aa43-481c-a1c3-cc2bfa84e001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65E0DDB-F522-4D1C-9151-79364A2164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875a5b-24e8-4236-8f8e-1a24afdf8b62"/>
    <ds:schemaRef ds:uri="bc601e7c-aa43-481c-a1c3-cc2bfa84e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220</TotalTime>
  <Words>962</Words>
  <Application>Microsoft Office PowerPoint</Application>
  <PresentationFormat>Widescreen</PresentationFormat>
  <Paragraphs>137</Paragraphs>
  <Slides>24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Corbel</vt:lpstr>
      <vt:lpstr>Basis</vt:lpstr>
      <vt:lpstr>MEMBRANE STRUCTURE &amp; FUNCTION</vt:lpstr>
      <vt:lpstr>PowerPoint Presentation</vt:lpstr>
      <vt:lpstr>PLASMA MEMBRANE Review</vt:lpstr>
      <vt:lpstr>PHOSPHOLIPID BILAYER</vt:lpstr>
      <vt:lpstr>FLUID-MOSAIC MODEL</vt:lpstr>
      <vt:lpstr>MEMBRANE PROTEINS</vt:lpstr>
      <vt:lpstr>MEMBRANE PROTEINS</vt:lpstr>
      <vt:lpstr>MEMBRANE PROTEINS</vt:lpstr>
      <vt:lpstr>SOLUTION</vt:lpstr>
      <vt:lpstr>CONCENTRATION GRADIENT</vt:lpstr>
      <vt:lpstr>PASSIVE TRANSPORT</vt:lpstr>
      <vt:lpstr>OSMOSIS</vt:lpstr>
      <vt:lpstr>OSMOSIS</vt:lpstr>
      <vt:lpstr>OSMOSIS</vt:lpstr>
      <vt:lpstr>PowerPoint Presentation</vt:lpstr>
      <vt:lpstr>ACTIVE TRANSPORT</vt:lpstr>
      <vt:lpstr>PROTEIN PUMP</vt:lpstr>
      <vt:lpstr>PowerPoint Presentation</vt:lpstr>
      <vt:lpstr>EXOCYTOSIS</vt:lpstr>
      <vt:lpstr>PowerPoint Presentation</vt:lpstr>
      <vt:lpstr>ENDOCYTOSIS</vt:lpstr>
      <vt:lpstr>PowerPoint Presentation</vt:lpstr>
      <vt:lpstr>POSSIBLE TEAS QUESTION</vt:lpstr>
      <vt:lpstr>POSSIBLE TEAS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MEMBRANE STRUCTURE &amp; FUNCTION</dc:title>
  <dc:creator>Robin Carraway</dc:creator>
  <cp:lastModifiedBy>Robin Carraway</cp:lastModifiedBy>
  <cp:revision>58</cp:revision>
  <dcterms:created xsi:type="dcterms:W3CDTF">2023-02-15T20:09:32Z</dcterms:created>
  <dcterms:modified xsi:type="dcterms:W3CDTF">2026-01-15T18:31:32Z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0x01010011440AB69B1E724F9D82F7ADB0303020</vt:lpwstr>
  </property>
</Properties>
</file>