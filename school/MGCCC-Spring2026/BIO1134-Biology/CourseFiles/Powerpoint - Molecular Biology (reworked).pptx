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31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9" r:id="rId22"/>
    <p:sldId id="277" r:id="rId23"/>
    <p:sldId id="280" r:id="rId24"/>
    <p:sldId id="281" r:id="rId25"/>
    <p:sldId id="282" r:id="rId26"/>
    <p:sldId id="278" r:id="rId27"/>
    <p:sldId id="283" r:id="rId28"/>
    <p:sldId id="284" r:id="rId29"/>
    <p:sldId id="285" r:id="rId30"/>
    <p:sldId id="286" r:id="rId31"/>
    <p:sldId id="287" r:id="rId32"/>
    <p:sldId id="289" r:id="rId33"/>
    <p:sldId id="288" r:id="rId34"/>
    <p:sldId id="314" r:id="rId35"/>
    <p:sldId id="290" r:id="rId36"/>
    <p:sldId id="291" r:id="rId37"/>
    <p:sldId id="292" r:id="rId38"/>
    <p:sldId id="294" r:id="rId39"/>
    <p:sldId id="293" r:id="rId40"/>
    <p:sldId id="315" r:id="rId41"/>
    <p:sldId id="295" r:id="rId42"/>
    <p:sldId id="313" r:id="rId43"/>
    <p:sldId id="298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6115" autoAdjust="0"/>
  </p:normalViewPr>
  <p:slideViewPr>
    <p:cSldViewPr snapToGrid="0">
      <p:cViewPr varScale="1">
        <p:scale>
          <a:sx n="114" d="100"/>
          <a:sy n="114" d="100"/>
        </p:scale>
        <p:origin x="1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1a99621e-78e1-4542-bebd-b614a66eedc8" providerId="ADAL" clId="{9DC3DB74-9F9A-41BD-9CA6-95058FE487E0}"/>
    <pc:docChg chg="undo custSel modSld">
      <pc:chgData name="Robin Carraway" userId="1a99621e-78e1-4542-bebd-b614a66eedc8" providerId="ADAL" clId="{9DC3DB74-9F9A-41BD-9CA6-95058FE487E0}" dt="2026-01-20T19:03:27.419" v="934" actId="122"/>
      <pc:docMkLst>
        <pc:docMk/>
      </pc:docMkLst>
      <pc:sldChg chg="modSp">
        <pc:chgData name="Robin Carraway" userId="1a99621e-78e1-4542-bebd-b614a66eedc8" providerId="ADAL" clId="{9DC3DB74-9F9A-41BD-9CA6-95058FE487E0}" dt="2026-01-20T18:25:31.627" v="584" actId="14100"/>
        <pc:sldMkLst>
          <pc:docMk/>
          <pc:sldMk cId="1508874697" sldId="257"/>
        </pc:sldMkLst>
        <pc:spChg chg="mod">
          <ac:chgData name="Robin Carraway" userId="1a99621e-78e1-4542-bebd-b614a66eedc8" providerId="ADAL" clId="{9DC3DB74-9F9A-41BD-9CA6-95058FE487E0}" dt="2026-01-20T18:25:23.934" v="582" actId="255"/>
          <ac:spMkLst>
            <pc:docMk/>
            <pc:sldMk cId="1508874697" sldId="257"/>
            <ac:spMk id="3" creationId="{30F4E4EE-2E26-C9EF-A151-5F7484A2173C}"/>
          </ac:spMkLst>
        </pc:spChg>
        <pc:spChg chg="mod">
          <ac:chgData name="Robin Carraway" userId="1a99621e-78e1-4542-bebd-b614a66eedc8" providerId="ADAL" clId="{9DC3DB74-9F9A-41BD-9CA6-95058FE487E0}" dt="2026-01-20T18:25:31.627" v="584" actId="14100"/>
          <ac:spMkLst>
            <pc:docMk/>
            <pc:sldMk cId="1508874697" sldId="257"/>
            <ac:spMk id="4" creationId="{3EA61000-619B-4717-A15F-8E78198AA0DD}"/>
          </ac:spMkLst>
        </pc:spChg>
      </pc:sldChg>
      <pc:sldChg chg="modSp">
        <pc:chgData name="Robin Carraway" userId="1a99621e-78e1-4542-bebd-b614a66eedc8" providerId="ADAL" clId="{9DC3DB74-9F9A-41BD-9CA6-95058FE487E0}" dt="2026-01-20T18:24:28.048" v="575" actId="1076"/>
        <pc:sldMkLst>
          <pc:docMk/>
          <pc:sldMk cId="1784382891" sldId="258"/>
        </pc:sldMkLst>
        <pc:spChg chg="mod">
          <ac:chgData name="Robin Carraway" userId="1a99621e-78e1-4542-bebd-b614a66eedc8" providerId="ADAL" clId="{9DC3DB74-9F9A-41BD-9CA6-95058FE487E0}" dt="2026-01-20T18:24:18.343" v="573" actId="207"/>
          <ac:spMkLst>
            <pc:docMk/>
            <pc:sldMk cId="1784382891" sldId="258"/>
            <ac:spMk id="4" creationId="{41534084-7898-CDC6-067A-12D09BD54C0E}"/>
          </ac:spMkLst>
        </pc:spChg>
        <pc:picChg chg="mod">
          <ac:chgData name="Robin Carraway" userId="1a99621e-78e1-4542-bebd-b614a66eedc8" providerId="ADAL" clId="{9DC3DB74-9F9A-41BD-9CA6-95058FE487E0}" dt="2026-01-20T18:24:28.048" v="575" actId="1076"/>
          <ac:picMkLst>
            <pc:docMk/>
            <pc:sldMk cId="1784382891" sldId="258"/>
            <ac:picMk id="3" creationId="{DA4C2B8A-086C-4A77-9906-6A9F5FF821E2}"/>
          </ac:picMkLst>
        </pc:picChg>
        <pc:picChg chg="mod">
          <ac:chgData name="Robin Carraway" userId="1a99621e-78e1-4542-bebd-b614a66eedc8" providerId="ADAL" clId="{9DC3DB74-9F9A-41BD-9CA6-95058FE487E0}" dt="2026-01-20T17:45:09.550" v="66" actId="1076"/>
          <ac:picMkLst>
            <pc:docMk/>
            <pc:sldMk cId="1784382891" sldId="258"/>
            <ac:picMk id="5" creationId="{E9771F20-0F74-96F1-617C-6CC07B22CCCB}"/>
          </ac:picMkLst>
        </pc:picChg>
      </pc:sldChg>
      <pc:sldChg chg="addSp delSp modSp">
        <pc:chgData name="Robin Carraway" userId="1a99621e-78e1-4542-bebd-b614a66eedc8" providerId="ADAL" clId="{9DC3DB74-9F9A-41BD-9CA6-95058FE487E0}" dt="2026-01-20T18:21:52.088" v="551" actId="1076"/>
        <pc:sldMkLst>
          <pc:docMk/>
          <pc:sldMk cId="3330036052" sldId="260"/>
        </pc:sldMkLst>
        <pc:spChg chg="mod">
          <ac:chgData name="Robin Carraway" userId="1a99621e-78e1-4542-bebd-b614a66eedc8" providerId="ADAL" clId="{9DC3DB74-9F9A-41BD-9CA6-95058FE487E0}" dt="2026-01-20T17:59:37.781" v="313" actId="27636"/>
          <ac:spMkLst>
            <pc:docMk/>
            <pc:sldMk cId="3330036052" sldId="260"/>
            <ac:spMk id="2" creationId="{E285AA2A-5EA5-61AC-69C3-BF4399562B3F}"/>
          </ac:spMkLst>
        </pc:spChg>
        <pc:spChg chg="mod">
          <ac:chgData name="Robin Carraway" userId="1a99621e-78e1-4542-bebd-b614a66eedc8" providerId="ADAL" clId="{9DC3DB74-9F9A-41BD-9CA6-95058FE487E0}" dt="2026-01-20T18:21:43.114" v="550" actId="27636"/>
          <ac:spMkLst>
            <pc:docMk/>
            <pc:sldMk cId="3330036052" sldId="260"/>
            <ac:spMk id="3" creationId="{AC223CD0-97F2-5C39-1E4A-8EE9E7550760}"/>
          </ac:spMkLst>
        </pc:spChg>
        <pc:spChg chg="add del mod">
          <ac:chgData name="Robin Carraway" userId="1a99621e-78e1-4542-bebd-b614a66eedc8" providerId="ADAL" clId="{9DC3DB74-9F9A-41BD-9CA6-95058FE487E0}" dt="2026-01-20T17:57:33.101" v="286"/>
          <ac:spMkLst>
            <pc:docMk/>
            <pc:sldMk cId="3330036052" sldId="260"/>
            <ac:spMk id="7" creationId="{17708CCE-C5C2-43E9-AC61-047CB0F7ED61}"/>
          </ac:spMkLst>
        </pc:spChg>
        <pc:picChg chg="mod">
          <ac:chgData name="Robin Carraway" userId="1a99621e-78e1-4542-bebd-b614a66eedc8" providerId="ADAL" clId="{9DC3DB74-9F9A-41BD-9CA6-95058FE487E0}" dt="2026-01-20T18:21:52.088" v="551" actId="1076"/>
          <ac:picMkLst>
            <pc:docMk/>
            <pc:sldMk cId="3330036052" sldId="260"/>
            <ac:picMk id="4" creationId="{A547E20D-B6C3-41C1-9D58-4C15D4F4233A}"/>
          </ac:picMkLst>
        </pc:picChg>
        <pc:picChg chg="del mod">
          <ac:chgData name="Robin Carraway" userId="1a99621e-78e1-4542-bebd-b614a66eedc8" providerId="ADAL" clId="{9DC3DB74-9F9A-41BD-9CA6-95058FE487E0}" dt="2026-01-20T17:57:30.475" v="285" actId="478"/>
          <ac:picMkLst>
            <pc:docMk/>
            <pc:sldMk cId="3330036052" sldId="260"/>
            <ac:picMk id="5" creationId="{948B079A-17C8-1F81-D7EA-8F25D8AE874B}"/>
          </ac:picMkLst>
        </pc:picChg>
        <pc:picChg chg="add mod modCrop">
          <ac:chgData name="Robin Carraway" userId="1a99621e-78e1-4542-bebd-b614a66eedc8" providerId="ADAL" clId="{9DC3DB74-9F9A-41BD-9CA6-95058FE487E0}" dt="2026-01-20T17:59:59.891" v="316" actId="1076"/>
          <ac:picMkLst>
            <pc:docMk/>
            <pc:sldMk cId="3330036052" sldId="260"/>
            <ac:picMk id="8" creationId="{B65FB4D9-4853-44CA-8EEC-6C33C95ED186}"/>
          </ac:picMkLst>
        </pc:picChg>
      </pc:sldChg>
      <pc:sldChg chg="modSp">
        <pc:chgData name="Robin Carraway" userId="1a99621e-78e1-4542-bebd-b614a66eedc8" providerId="ADAL" clId="{9DC3DB74-9F9A-41BD-9CA6-95058FE487E0}" dt="2026-01-20T18:21:12.339" v="543" actId="20577"/>
        <pc:sldMkLst>
          <pc:docMk/>
          <pc:sldMk cId="3056333144" sldId="261"/>
        </pc:sldMkLst>
        <pc:spChg chg="mod">
          <ac:chgData name="Robin Carraway" userId="1a99621e-78e1-4542-bebd-b614a66eedc8" providerId="ADAL" clId="{9DC3DB74-9F9A-41BD-9CA6-95058FE487E0}" dt="2026-01-20T18:21:12.339" v="543" actId="20577"/>
          <ac:spMkLst>
            <pc:docMk/>
            <pc:sldMk cId="3056333144" sldId="261"/>
            <ac:spMk id="3" creationId="{58172FC6-656A-710E-03DB-97719A03F10F}"/>
          </ac:spMkLst>
        </pc:spChg>
        <pc:picChg chg="mod">
          <ac:chgData name="Robin Carraway" userId="1a99621e-78e1-4542-bebd-b614a66eedc8" providerId="ADAL" clId="{9DC3DB74-9F9A-41BD-9CA6-95058FE487E0}" dt="2026-01-20T18:20:31.864" v="484" actId="1076"/>
          <ac:picMkLst>
            <pc:docMk/>
            <pc:sldMk cId="3056333144" sldId="261"/>
            <ac:picMk id="4" creationId="{C9B941D5-6F49-22DA-5876-A70450D17B8A}"/>
          </ac:picMkLst>
        </pc:picChg>
      </pc:sldChg>
      <pc:sldChg chg="addSp delSp modSp">
        <pc:chgData name="Robin Carraway" userId="1a99621e-78e1-4542-bebd-b614a66eedc8" providerId="ADAL" clId="{9DC3DB74-9F9A-41BD-9CA6-95058FE487E0}" dt="2026-01-20T18:20:10.948" v="480" actId="14100"/>
        <pc:sldMkLst>
          <pc:docMk/>
          <pc:sldMk cId="2838370849" sldId="262"/>
        </pc:sldMkLst>
        <pc:spChg chg="mod">
          <ac:chgData name="Robin Carraway" userId="1a99621e-78e1-4542-bebd-b614a66eedc8" providerId="ADAL" clId="{9DC3DB74-9F9A-41BD-9CA6-95058FE487E0}" dt="2026-01-20T18:20:03.514" v="478" actId="403"/>
          <ac:spMkLst>
            <pc:docMk/>
            <pc:sldMk cId="2838370849" sldId="262"/>
            <ac:spMk id="4" creationId="{8409D417-9441-4D7D-0FC9-FEC0A5286FF8}"/>
          </ac:spMkLst>
        </pc:spChg>
        <pc:spChg chg="add mod">
          <ac:chgData name="Robin Carraway" userId="1a99621e-78e1-4542-bebd-b614a66eedc8" providerId="ADAL" clId="{9DC3DB74-9F9A-41BD-9CA6-95058FE487E0}" dt="2026-01-20T18:20:10.948" v="480" actId="14100"/>
          <ac:spMkLst>
            <pc:docMk/>
            <pc:sldMk cId="2838370849" sldId="262"/>
            <ac:spMk id="6" creationId="{0C17FFB7-6AE7-436F-8512-DD98D385254D}"/>
          </ac:spMkLst>
        </pc:spChg>
        <pc:spChg chg="add del mod">
          <ac:chgData name="Robin Carraway" userId="1a99621e-78e1-4542-bebd-b614a66eedc8" providerId="ADAL" clId="{9DC3DB74-9F9A-41BD-9CA6-95058FE487E0}" dt="2026-01-20T17:56:03.847" v="279"/>
          <ac:spMkLst>
            <pc:docMk/>
            <pc:sldMk cId="2838370849" sldId="262"/>
            <ac:spMk id="8" creationId="{CAA62F3A-BAB9-410A-BF79-B49C902E12BF}"/>
          </ac:spMkLst>
        </pc:spChg>
        <pc:picChg chg="del mod">
          <ac:chgData name="Robin Carraway" userId="1a99621e-78e1-4542-bebd-b614a66eedc8" providerId="ADAL" clId="{9DC3DB74-9F9A-41BD-9CA6-95058FE487E0}" dt="2026-01-20T17:52:00.522" v="231" actId="478"/>
          <ac:picMkLst>
            <pc:docMk/>
            <pc:sldMk cId="2838370849" sldId="262"/>
            <ac:picMk id="3" creationId="{109785C9-B913-42D3-9E43-D65FBB7E5AFB}"/>
          </ac:picMkLst>
        </pc:picChg>
        <pc:picChg chg="del">
          <ac:chgData name="Robin Carraway" userId="1a99621e-78e1-4542-bebd-b614a66eedc8" providerId="ADAL" clId="{9DC3DB74-9F9A-41BD-9CA6-95058FE487E0}" dt="2026-01-20T17:56:00.891" v="278" actId="478"/>
          <ac:picMkLst>
            <pc:docMk/>
            <pc:sldMk cId="2838370849" sldId="262"/>
            <ac:picMk id="5" creationId="{5403F0E3-7A2B-E979-7247-762D674100B8}"/>
          </ac:picMkLst>
        </pc:picChg>
        <pc:picChg chg="add mod">
          <ac:chgData name="Robin Carraway" userId="1a99621e-78e1-4542-bebd-b614a66eedc8" providerId="ADAL" clId="{9DC3DB74-9F9A-41BD-9CA6-95058FE487E0}" dt="2026-01-20T17:56:13.596" v="282" actId="14100"/>
          <ac:picMkLst>
            <pc:docMk/>
            <pc:sldMk cId="2838370849" sldId="262"/>
            <ac:picMk id="9" creationId="{CB5120AC-FF7A-48F6-9497-26A1EFA44B51}"/>
          </ac:picMkLst>
        </pc:picChg>
      </pc:sldChg>
      <pc:sldChg chg="modSp">
        <pc:chgData name="Robin Carraway" userId="1a99621e-78e1-4542-bebd-b614a66eedc8" providerId="ADAL" clId="{9DC3DB74-9F9A-41BD-9CA6-95058FE487E0}" dt="2026-01-20T18:19:37.847" v="474" actId="20577"/>
        <pc:sldMkLst>
          <pc:docMk/>
          <pc:sldMk cId="723247615" sldId="263"/>
        </pc:sldMkLst>
        <pc:spChg chg="mod">
          <ac:chgData name="Robin Carraway" userId="1a99621e-78e1-4542-bebd-b614a66eedc8" providerId="ADAL" clId="{9DC3DB74-9F9A-41BD-9CA6-95058FE487E0}" dt="2026-01-20T18:19:37.847" v="474" actId="20577"/>
          <ac:spMkLst>
            <pc:docMk/>
            <pc:sldMk cId="723247615" sldId="263"/>
            <ac:spMk id="3" creationId="{615B9BE8-9EC1-E685-B80E-1A7F21C2081D}"/>
          </ac:spMkLst>
        </pc:spChg>
        <pc:picChg chg="mod">
          <ac:chgData name="Robin Carraway" userId="1a99621e-78e1-4542-bebd-b614a66eedc8" providerId="ADAL" clId="{9DC3DB74-9F9A-41BD-9CA6-95058FE487E0}" dt="2026-01-20T18:19:06.681" v="472" actId="14100"/>
          <ac:picMkLst>
            <pc:docMk/>
            <pc:sldMk cId="723247615" sldId="263"/>
            <ac:picMk id="6" creationId="{3A09D9CD-D8A3-415F-ADE8-97D4F12684D6}"/>
          </ac:picMkLst>
        </pc:picChg>
      </pc:sldChg>
      <pc:sldChg chg="modSp">
        <pc:chgData name="Robin Carraway" userId="1a99621e-78e1-4542-bebd-b614a66eedc8" providerId="ADAL" clId="{9DC3DB74-9F9A-41BD-9CA6-95058FE487E0}" dt="2026-01-20T18:18:32.559" v="461" actId="403"/>
        <pc:sldMkLst>
          <pc:docMk/>
          <pc:sldMk cId="629645272" sldId="264"/>
        </pc:sldMkLst>
        <pc:spChg chg="mod">
          <ac:chgData name="Robin Carraway" userId="1a99621e-78e1-4542-bebd-b614a66eedc8" providerId="ADAL" clId="{9DC3DB74-9F9A-41BD-9CA6-95058FE487E0}" dt="2026-01-20T18:18:32.559" v="461" actId="403"/>
          <ac:spMkLst>
            <pc:docMk/>
            <pc:sldMk cId="629645272" sldId="264"/>
            <ac:spMk id="10" creationId="{56B54B81-9D26-DFD3-CE6E-8253E485CEEB}"/>
          </ac:spMkLst>
        </pc:spChg>
      </pc:sldChg>
      <pc:sldChg chg="modSp">
        <pc:chgData name="Robin Carraway" userId="1a99621e-78e1-4542-bebd-b614a66eedc8" providerId="ADAL" clId="{9DC3DB74-9F9A-41BD-9CA6-95058FE487E0}" dt="2026-01-20T18:18:27.556" v="460" actId="403"/>
        <pc:sldMkLst>
          <pc:docMk/>
          <pc:sldMk cId="2437026561" sldId="265"/>
        </pc:sldMkLst>
        <pc:spChg chg="mod">
          <ac:chgData name="Robin Carraway" userId="1a99621e-78e1-4542-bebd-b614a66eedc8" providerId="ADAL" clId="{9DC3DB74-9F9A-41BD-9CA6-95058FE487E0}" dt="2026-01-20T18:18:27.556" v="460" actId="403"/>
          <ac:spMkLst>
            <pc:docMk/>
            <pc:sldMk cId="2437026561" sldId="265"/>
            <ac:spMk id="10" creationId="{56B54B81-9D26-DFD3-CE6E-8253E485CEEB}"/>
          </ac:spMkLst>
        </pc:spChg>
      </pc:sldChg>
      <pc:sldChg chg="modSp">
        <pc:chgData name="Robin Carraway" userId="1a99621e-78e1-4542-bebd-b614a66eedc8" providerId="ADAL" clId="{9DC3DB74-9F9A-41BD-9CA6-95058FE487E0}" dt="2026-01-20T18:18:22.246" v="459" actId="403"/>
        <pc:sldMkLst>
          <pc:docMk/>
          <pc:sldMk cId="1769218011" sldId="266"/>
        </pc:sldMkLst>
        <pc:spChg chg="mod">
          <ac:chgData name="Robin Carraway" userId="1a99621e-78e1-4542-bebd-b614a66eedc8" providerId="ADAL" clId="{9DC3DB74-9F9A-41BD-9CA6-95058FE487E0}" dt="2026-01-20T18:18:22.246" v="459" actId="403"/>
          <ac:spMkLst>
            <pc:docMk/>
            <pc:sldMk cId="1769218011" sldId="266"/>
            <ac:spMk id="10" creationId="{56B54B81-9D26-DFD3-CE6E-8253E485CEEB}"/>
          </ac:spMkLst>
        </pc:spChg>
      </pc:sldChg>
      <pc:sldChg chg="modSp">
        <pc:chgData name="Robin Carraway" userId="1a99621e-78e1-4542-bebd-b614a66eedc8" providerId="ADAL" clId="{9DC3DB74-9F9A-41BD-9CA6-95058FE487E0}" dt="2026-01-20T18:18:16.835" v="458" actId="403"/>
        <pc:sldMkLst>
          <pc:docMk/>
          <pc:sldMk cId="2345717330" sldId="267"/>
        </pc:sldMkLst>
        <pc:spChg chg="mod">
          <ac:chgData name="Robin Carraway" userId="1a99621e-78e1-4542-bebd-b614a66eedc8" providerId="ADAL" clId="{9DC3DB74-9F9A-41BD-9CA6-95058FE487E0}" dt="2026-01-20T18:18:16.835" v="458" actId="403"/>
          <ac:spMkLst>
            <pc:docMk/>
            <pc:sldMk cId="2345717330" sldId="267"/>
            <ac:spMk id="5" creationId="{C6EF81B7-5637-1E74-350B-91955C56B482}"/>
          </ac:spMkLst>
        </pc:spChg>
      </pc:sldChg>
      <pc:sldChg chg="addSp delSp modSp">
        <pc:chgData name="Robin Carraway" userId="1a99621e-78e1-4542-bebd-b614a66eedc8" providerId="ADAL" clId="{9DC3DB74-9F9A-41BD-9CA6-95058FE487E0}" dt="2026-01-20T18:18:06.625" v="457" actId="14100"/>
        <pc:sldMkLst>
          <pc:docMk/>
          <pc:sldMk cId="2033929511" sldId="268"/>
        </pc:sldMkLst>
        <pc:spChg chg="mod">
          <ac:chgData name="Robin Carraway" userId="1a99621e-78e1-4542-bebd-b614a66eedc8" providerId="ADAL" clId="{9DC3DB74-9F9A-41BD-9CA6-95058FE487E0}" dt="2026-01-20T18:17:57.031" v="455" actId="403"/>
          <ac:spMkLst>
            <pc:docMk/>
            <pc:sldMk cId="2033929511" sldId="268"/>
            <ac:spMk id="3" creationId="{D7C48AE0-54D0-9ED8-608B-76F94782FD25}"/>
          </ac:spMkLst>
        </pc:spChg>
        <pc:spChg chg="del mod">
          <ac:chgData name="Robin Carraway" userId="1a99621e-78e1-4542-bebd-b614a66eedc8" providerId="ADAL" clId="{9DC3DB74-9F9A-41BD-9CA6-95058FE487E0}" dt="2026-01-20T18:03:56.295" v="373" actId="478"/>
          <ac:spMkLst>
            <pc:docMk/>
            <pc:sldMk cId="2033929511" sldId="268"/>
            <ac:spMk id="6" creationId="{4051760A-DB6D-07BE-98C4-CCC81C7D6913}"/>
          </ac:spMkLst>
        </pc:spChg>
        <pc:spChg chg="del">
          <ac:chgData name="Robin Carraway" userId="1a99621e-78e1-4542-bebd-b614a66eedc8" providerId="ADAL" clId="{9DC3DB74-9F9A-41BD-9CA6-95058FE487E0}" dt="2026-01-20T18:03:57.766" v="374" actId="478"/>
          <ac:spMkLst>
            <pc:docMk/>
            <pc:sldMk cId="2033929511" sldId="268"/>
            <ac:spMk id="7" creationId="{C805022C-A7A1-B66E-DE8A-9CE1420005D9}"/>
          </ac:spMkLst>
        </pc:spChg>
        <pc:spChg chg="add del mod">
          <ac:chgData name="Robin Carraway" userId="1a99621e-78e1-4542-bebd-b614a66eedc8" providerId="ADAL" clId="{9DC3DB74-9F9A-41BD-9CA6-95058FE487E0}" dt="2026-01-20T18:04:05.820" v="375"/>
          <ac:spMkLst>
            <pc:docMk/>
            <pc:sldMk cId="2033929511" sldId="268"/>
            <ac:spMk id="11" creationId="{F770B33F-2814-4F54-B7A1-96F42133FB73}"/>
          </ac:spMkLst>
        </pc:spChg>
        <pc:picChg chg="mod">
          <ac:chgData name="Robin Carraway" userId="1a99621e-78e1-4542-bebd-b614a66eedc8" providerId="ADAL" clId="{9DC3DB74-9F9A-41BD-9CA6-95058FE487E0}" dt="2026-01-20T18:18:06.625" v="457" actId="14100"/>
          <ac:picMkLst>
            <pc:docMk/>
            <pc:sldMk cId="2033929511" sldId="268"/>
            <ac:picMk id="4" creationId="{747473C8-7912-4904-886A-DC6A7B6FA2D0}"/>
          </ac:picMkLst>
        </pc:picChg>
        <pc:picChg chg="del">
          <ac:chgData name="Robin Carraway" userId="1a99621e-78e1-4542-bebd-b614a66eedc8" providerId="ADAL" clId="{9DC3DB74-9F9A-41BD-9CA6-95058FE487E0}" dt="2026-01-20T18:03:50.095" v="371" actId="478"/>
          <ac:picMkLst>
            <pc:docMk/>
            <pc:sldMk cId="2033929511" sldId="268"/>
            <ac:picMk id="5" creationId="{F3B262C6-50EE-0A3B-551A-834A049D96F0}"/>
          </ac:picMkLst>
        </pc:picChg>
        <pc:picChg chg="add mod">
          <ac:chgData name="Robin Carraway" userId="1a99621e-78e1-4542-bebd-b614a66eedc8" providerId="ADAL" clId="{9DC3DB74-9F9A-41BD-9CA6-95058FE487E0}" dt="2026-01-20T18:09:15.087" v="390" actId="14100"/>
          <ac:picMkLst>
            <pc:docMk/>
            <pc:sldMk cId="2033929511" sldId="268"/>
            <ac:picMk id="12" creationId="{1912D224-0DF0-4CEE-A363-7CD7EED4A038}"/>
          </ac:picMkLst>
        </pc:picChg>
        <pc:cxnChg chg="del">
          <ac:chgData name="Robin Carraway" userId="1a99621e-78e1-4542-bebd-b614a66eedc8" providerId="ADAL" clId="{9DC3DB74-9F9A-41BD-9CA6-95058FE487E0}" dt="2026-01-20T18:04:07.453" v="376" actId="478"/>
          <ac:cxnSpMkLst>
            <pc:docMk/>
            <pc:sldMk cId="2033929511" sldId="268"/>
            <ac:cxnSpMk id="8" creationId="{291AAC8D-369E-007E-BBF0-03EE4AEB1815}"/>
          </ac:cxnSpMkLst>
        </pc:cxnChg>
        <pc:cxnChg chg="del">
          <ac:chgData name="Robin Carraway" userId="1a99621e-78e1-4542-bebd-b614a66eedc8" providerId="ADAL" clId="{9DC3DB74-9F9A-41BD-9CA6-95058FE487E0}" dt="2026-01-20T18:04:10.437" v="378" actId="478"/>
          <ac:cxnSpMkLst>
            <pc:docMk/>
            <pc:sldMk cId="2033929511" sldId="268"/>
            <ac:cxnSpMk id="9" creationId="{7A54A6A1-2B50-D059-48BB-BB1ED062A931}"/>
          </ac:cxnSpMkLst>
        </pc:cxnChg>
      </pc:sldChg>
      <pc:sldChg chg="addSp delSp modSp">
        <pc:chgData name="Robin Carraway" userId="1a99621e-78e1-4542-bebd-b614a66eedc8" providerId="ADAL" clId="{9DC3DB74-9F9A-41BD-9CA6-95058FE487E0}" dt="2026-01-20T18:17:36.169" v="451" actId="1076"/>
        <pc:sldMkLst>
          <pc:docMk/>
          <pc:sldMk cId="1305915466" sldId="269"/>
        </pc:sldMkLst>
        <pc:spChg chg="mod">
          <ac:chgData name="Robin Carraway" userId="1a99621e-78e1-4542-bebd-b614a66eedc8" providerId="ADAL" clId="{9DC3DB74-9F9A-41BD-9CA6-95058FE487E0}" dt="2026-01-20T18:09:31.378" v="391" actId="14100"/>
          <ac:spMkLst>
            <pc:docMk/>
            <pc:sldMk cId="1305915466" sldId="269"/>
            <ac:spMk id="2" creationId="{858D8225-48B1-A16A-A888-C4888D28C63B}"/>
          </ac:spMkLst>
        </pc:spChg>
        <pc:spChg chg="mod">
          <ac:chgData name="Robin Carraway" userId="1a99621e-78e1-4542-bebd-b614a66eedc8" providerId="ADAL" clId="{9DC3DB74-9F9A-41BD-9CA6-95058FE487E0}" dt="2026-01-20T18:17:33.477" v="450" actId="14100"/>
          <ac:spMkLst>
            <pc:docMk/>
            <pc:sldMk cId="1305915466" sldId="269"/>
            <ac:spMk id="4" creationId="{8421E38F-1236-35D9-E8CD-403CCD772ACD}"/>
          </ac:spMkLst>
        </pc:spChg>
        <pc:spChg chg="add del mod">
          <ac:chgData name="Robin Carraway" userId="1a99621e-78e1-4542-bebd-b614a66eedc8" providerId="ADAL" clId="{9DC3DB74-9F9A-41BD-9CA6-95058FE487E0}" dt="2026-01-20T18:11:14.599" v="402"/>
          <ac:spMkLst>
            <pc:docMk/>
            <pc:sldMk cId="1305915466" sldId="269"/>
            <ac:spMk id="8" creationId="{AE6ED33A-CEE2-4373-ABFF-1084B118F635}"/>
          </ac:spMkLst>
        </pc:spChg>
        <pc:picChg chg="mod">
          <ac:chgData name="Robin Carraway" userId="1a99621e-78e1-4542-bebd-b614a66eedc8" providerId="ADAL" clId="{9DC3DB74-9F9A-41BD-9CA6-95058FE487E0}" dt="2026-01-20T18:17:36.169" v="451" actId="1076"/>
          <ac:picMkLst>
            <pc:docMk/>
            <pc:sldMk cId="1305915466" sldId="269"/>
            <ac:picMk id="3" creationId="{449D24D5-FDFD-41B9-AFD0-850D00454C65}"/>
          </ac:picMkLst>
        </pc:picChg>
        <pc:picChg chg="del">
          <ac:chgData name="Robin Carraway" userId="1a99621e-78e1-4542-bebd-b614a66eedc8" providerId="ADAL" clId="{9DC3DB74-9F9A-41BD-9CA6-95058FE487E0}" dt="2026-01-20T18:11:11.474" v="401" actId="478"/>
          <ac:picMkLst>
            <pc:docMk/>
            <pc:sldMk cId="1305915466" sldId="269"/>
            <ac:picMk id="5" creationId="{DC62A137-EDB9-4282-C0C6-37C1CF5BE59F}"/>
          </ac:picMkLst>
        </pc:picChg>
        <pc:picChg chg="mod ord">
          <ac:chgData name="Robin Carraway" userId="1a99621e-78e1-4542-bebd-b614a66eedc8" providerId="ADAL" clId="{9DC3DB74-9F9A-41BD-9CA6-95058FE487E0}" dt="2026-01-20T18:11:32.423" v="406" actId="1076"/>
          <ac:picMkLst>
            <pc:docMk/>
            <pc:sldMk cId="1305915466" sldId="269"/>
            <ac:picMk id="6" creationId="{0333C642-4315-D507-887B-06F64D1C7E98}"/>
          </ac:picMkLst>
        </pc:picChg>
        <pc:picChg chg="add mod">
          <ac:chgData name="Robin Carraway" userId="1a99621e-78e1-4542-bebd-b614a66eedc8" providerId="ADAL" clId="{9DC3DB74-9F9A-41BD-9CA6-95058FE487E0}" dt="2026-01-20T18:11:30.459" v="405" actId="1076"/>
          <ac:picMkLst>
            <pc:docMk/>
            <pc:sldMk cId="1305915466" sldId="269"/>
            <ac:picMk id="9" creationId="{59839355-CF63-4E1C-9024-E87D4836D8B5}"/>
          </ac:picMkLst>
        </pc:picChg>
      </pc:sldChg>
      <pc:sldChg chg="addSp delSp modSp">
        <pc:chgData name="Robin Carraway" userId="1a99621e-78e1-4542-bebd-b614a66eedc8" providerId="ADAL" clId="{9DC3DB74-9F9A-41BD-9CA6-95058FE487E0}" dt="2026-01-20T18:17:17.586" v="447" actId="403"/>
        <pc:sldMkLst>
          <pc:docMk/>
          <pc:sldMk cId="730027425" sldId="270"/>
        </pc:sldMkLst>
        <pc:spChg chg="mod">
          <ac:chgData name="Robin Carraway" userId="1a99621e-78e1-4542-bebd-b614a66eedc8" providerId="ADAL" clId="{9DC3DB74-9F9A-41BD-9CA6-95058FE487E0}" dt="2026-01-20T18:13:56.009" v="436" actId="14100"/>
          <ac:spMkLst>
            <pc:docMk/>
            <pc:sldMk cId="730027425" sldId="270"/>
            <ac:spMk id="2" creationId="{E125BEAF-DA1A-AE81-0C82-3D7CD32BFF33}"/>
          </ac:spMkLst>
        </pc:spChg>
        <pc:spChg chg="mod">
          <ac:chgData name="Robin Carraway" userId="1a99621e-78e1-4542-bebd-b614a66eedc8" providerId="ADAL" clId="{9DC3DB74-9F9A-41BD-9CA6-95058FE487E0}" dt="2026-01-20T18:17:17.586" v="447" actId="403"/>
          <ac:spMkLst>
            <pc:docMk/>
            <pc:sldMk cId="730027425" sldId="270"/>
            <ac:spMk id="3" creationId="{FDAA5130-3CB4-0805-9B2E-A0BE0EEF9B4C}"/>
          </ac:spMkLst>
        </pc:spChg>
        <pc:spChg chg="add mod">
          <ac:chgData name="Robin Carraway" userId="1a99621e-78e1-4542-bebd-b614a66eedc8" providerId="ADAL" clId="{9DC3DB74-9F9A-41BD-9CA6-95058FE487E0}" dt="2026-01-20T18:14:22.065" v="441" actId="14100"/>
          <ac:spMkLst>
            <pc:docMk/>
            <pc:sldMk cId="730027425" sldId="270"/>
            <ac:spMk id="8" creationId="{17E2863D-E48F-4004-B575-956D85781BCC}"/>
          </ac:spMkLst>
        </pc:spChg>
        <pc:spChg chg="add del mod">
          <ac:chgData name="Robin Carraway" userId="1a99621e-78e1-4542-bebd-b614a66eedc8" providerId="ADAL" clId="{9DC3DB74-9F9A-41BD-9CA6-95058FE487E0}" dt="2026-01-20T18:16:34.774" v="443"/>
          <ac:spMkLst>
            <pc:docMk/>
            <pc:sldMk cId="730027425" sldId="270"/>
            <ac:spMk id="10" creationId="{D2E34ECC-DDB1-4911-AD72-8380B2B7FC22}"/>
          </ac:spMkLst>
        </pc:spChg>
        <pc:picChg chg="del">
          <ac:chgData name="Robin Carraway" userId="1a99621e-78e1-4542-bebd-b614a66eedc8" providerId="ADAL" clId="{9DC3DB74-9F9A-41BD-9CA6-95058FE487E0}" dt="2026-01-20T18:12:00.253" v="409" actId="478"/>
          <ac:picMkLst>
            <pc:docMk/>
            <pc:sldMk cId="730027425" sldId="270"/>
            <ac:picMk id="4" creationId="{B69C8BD4-25F3-459C-BF7E-3E671A84E98A}"/>
          </ac:picMkLst>
        </pc:picChg>
        <pc:picChg chg="del">
          <ac:chgData name="Robin Carraway" userId="1a99621e-78e1-4542-bebd-b614a66eedc8" providerId="ADAL" clId="{9DC3DB74-9F9A-41BD-9CA6-95058FE487E0}" dt="2026-01-20T18:16:32.407" v="442" actId="478"/>
          <ac:picMkLst>
            <pc:docMk/>
            <pc:sldMk cId="730027425" sldId="270"/>
            <ac:picMk id="5" creationId="{FE353621-2D7A-FB5B-C23D-1AEB7AB5014C}"/>
          </ac:picMkLst>
        </pc:picChg>
        <pc:picChg chg="mod">
          <ac:chgData name="Robin Carraway" userId="1a99621e-78e1-4542-bebd-b614a66eedc8" providerId="ADAL" clId="{9DC3DB74-9F9A-41BD-9CA6-95058FE487E0}" dt="2026-01-20T18:16:54.612" v="446" actId="1076"/>
          <ac:picMkLst>
            <pc:docMk/>
            <pc:sldMk cId="730027425" sldId="270"/>
            <ac:picMk id="6" creationId="{3FB471DC-D6DD-E5D0-2D5E-00C5C46E81E9}"/>
          </ac:picMkLst>
        </pc:picChg>
        <pc:picChg chg="add mod modCrop">
          <ac:chgData name="Robin Carraway" userId="1a99621e-78e1-4542-bebd-b614a66eedc8" providerId="ADAL" clId="{9DC3DB74-9F9A-41BD-9CA6-95058FE487E0}" dt="2026-01-20T18:16:50.489" v="445" actId="1076"/>
          <ac:picMkLst>
            <pc:docMk/>
            <pc:sldMk cId="730027425" sldId="270"/>
            <ac:picMk id="11" creationId="{BA85137C-A83D-4D3D-B0CE-97B1F0F549F7}"/>
          </ac:picMkLst>
        </pc:picChg>
      </pc:sldChg>
      <pc:sldChg chg="modSp">
        <pc:chgData name="Robin Carraway" userId="1a99621e-78e1-4542-bebd-b614a66eedc8" providerId="ADAL" clId="{9DC3DB74-9F9A-41BD-9CA6-95058FE487E0}" dt="2026-01-20T18:27:21.624" v="605" actId="20577"/>
        <pc:sldMkLst>
          <pc:docMk/>
          <pc:sldMk cId="484772576" sldId="271"/>
        </pc:sldMkLst>
        <pc:spChg chg="mod">
          <ac:chgData name="Robin Carraway" userId="1a99621e-78e1-4542-bebd-b614a66eedc8" providerId="ADAL" clId="{9DC3DB74-9F9A-41BD-9CA6-95058FE487E0}" dt="2026-01-20T18:26:37.796" v="592" actId="1076"/>
          <ac:spMkLst>
            <pc:docMk/>
            <pc:sldMk cId="484772576" sldId="271"/>
            <ac:spMk id="2" creationId="{885E7B57-60B5-350A-A5C8-8AAA9B066335}"/>
          </ac:spMkLst>
        </pc:spChg>
        <pc:spChg chg="mod">
          <ac:chgData name="Robin Carraway" userId="1a99621e-78e1-4542-bebd-b614a66eedc8" providerId="ADAL" clId="{9DC3DB74-9F9A-41BD-9CA6-95058FE487E0}" dt="2026-01-20T18:27:21.624" v="605" actId="20577"/>
          <ac:spMkLst>
            <pc:docMk/>
            <pc:sldMk cId="484772576" sldId="271"/>
            <ac:spMk id="4" creationId="{3ED87894-3CA0-AEFE-92CE-5F30CB987709}"/>
          </ac:spMkLst>
        </pc:spChg>
        <pc:picChg chg="mod modCrop">
          <ac:chgData name="Robin Carraway" userId="1a99621e-78e1-4542-bebd-b614a66eedc8" providerId="ADAL" clId="{9DC3DB74-9F9A-41BD-9CA6-95058FE487E0}" dt="2026-01-20T18:26:18.079" v="587" actId="1076"/>
          <ac:picMkLst>
            <pc:docMk/>
            <pc:sldMk cId="484772576" sldId="271"/>
            <ac:picMk id="5" creationId="{D1BE5243-93D9-D401-F845-4A7F596B0528}"/>
          </ac:picMkLst>
        </pc:picChg>
      </pc:sldChg>
      <pc:sldChg chg="modSp">
        <pc:chgData name="Robin Carraway" userId="1a99621e-78e1-4542-bebd-b614a66eedc8" providerId="ADAL" clId="{9DC3DB74-9F9A-41BD-9CA6-95058FE487E0}" dt="2026-01-20T18:28:40" v="614" actId="1076"/>
        <pc:sldMkLst>
          <pc:docMk/>
          <pc:sldMk cId="2579397521" sldId="272"/>
        </pc:sldMkLst>
        <pc:spChg chg="mod">
          <ac:chgData name="Robin Carraway" userId="1a99621e-78e1-4542-bebd-b614a66eedc8" providerId="ADAL" clId="{9DC3DB74-9F9A-41BD-9CA6-95058FE487E0}" dt="2026-01-20T18:28:40" v="614" actId="1076"/>
          <ac:spMkLst>
            <pc:docMk/>
            <pc:sldMk cId="2579397521" sldId="272"/>
            <ac:spMk id="4" creationId="{48502D9D-8677-0300-3690-0C088648C022}"/>
          </ac:spMkLst>
        </pc:spChg>
      </pc:sldChg>
      <pc:sldChg chg="modSp">
        <pc:chgData name="Robin Carraway" userId="1a99621e-78e1-4542-bebd-b614a66eedc8" providerId="ADAL" clId="{9DC3DB74-9F9A-41BD-9CA6-95058FE487E0}" dt="2026-01-20T18:29:35.637" v="622" actId="14100"/>
        <pc:sldMkLst>
          <pc:docMk/>
          <pc:sldMk cId="126580141" sldId="274"/>
        </pc:sldMkLst>
        <pc:picChg chg="mod modCrop">
          <ac:chgData name="Robin Carraway" userId="1a99621e-78e1-4542-bebd-b614a66eedc8" providerId="ADAL" clId="{9DC3DB74-9F9A-41BD-9CA6-95058FE487E0}" dt="2026-01-20T18:29:35.637" v="622" actId="14100"/>
          <ac:picMkLst>
            <pc:docMk/>
            <pc:sldMk cId="126580141" sldId="274"/>
            <ac:picMk id="2" creationId="{7AF06EA4-B0F8-FF89-6F6D-C755D0E05BBB}"/>
          </ac:picMkLst>
        </pc:picChg>
        <pc:picChg chg="mod">
          <ac:chgData name="Robin Carraway" userId="1a99621e-78e1-4542-bebd-b614a66eedc8" providerId="ADAL" clId="{9DC3DB74-9F9A-41BD-9CA6-95058FE487E0}" dt="2026-01-20T18:29:29.872" v="621" actId="14100"/>
          <ac:picMkLst>
            <pc:docMk/>
            <pc:sldMk cId="126580141" sldId="274"/>
            <ac:picMk id="3" creationId="{E62C15F1-9880-99A4-F14F-45F71741FA35}"/>
          </ac:picMkLst>
        </pc:picChg>
      </pc:sldChg>
      <pc:sldChg chg="modSp">
        <pc:chgData name="Robin Carraway" userId="1a99621e-78e1-4542-bebd-b614a66eedc8" providerId="ADAL" clId="{9DC3DB74-9F9A-41BD-9CA6-95058FE487E0}" dt="2026-01-20T18:30:21.968" v="645" actId="20577"/>
        <pc:sldMkLst>
          <pc:docMk/>
          <pc:sldMk cId="3732538634" sldId="275"/>
        </pc:sldMkLst>
        <pc:spChg chg="mod">
          <ac:chgData name="Robin Carraway" userId="1a99621e-78e1-4542-bebd-b614a66eedc8" providerId="ADAL" clId="{9DC3DB74-9F9A-41BD-9CA6-95058FE487E0}" dt="2026-01-20T18:30:21.968" v="645" actId="20577"/>
          <ac:spMkLst>
            <pc:docMk/>
            <pc:sldMk cId="3732538634" sldId="275"/>
            <ac:spMk id="4" creationId="{6EDEE36F-125A-2C32-BC3F-9CF58433272D}"/>
          </ac:spMkLst>
        </pc:spChg>
      </pc:sldChg>
      <pc:sldChg chg="modSp">
        <pc:chgData name="Robin Carraway" userId="1a99621e-78e1-4542-bebd-b614a66eedc8" providerId="ADAL" clId="{9DC3DB74-9F9A-41BD-9CA6-95058FE487E0}" dt="2026-01-20T18:31:23.759" v="650" actId="403"/>
        <pc:sldMkLst>
          <pc:docMk/>
          <pc:sldMk cId="2158581001" sldId="276"/>
        </pc:sldMkLst>
        <pc:spChg chg="mod">
          <ac:chgData name="Robin Carraway" userId="1a99621e-78e1-4542-bebd-b614a66eedc8" providerId="ADAL" clId="{9DC3DB74-9F9A-41BD-9CA6-95058FE487E0}" dt="2026-01-20T18:31:23.759" v="650" actId="403"/>
          <ac:spMkLst>
            <pc:docMk/>
            <pc:sldMk cId="2158581001" sldId="276"/>
            <ac:spMk id="7" creationId="{021152DF-459B-4C29-B3C1-7D76DBBD594B}"/>
          </ac:spMkLst>
        </pc:spChg>
        <pc:picChg chg="mod">
          <ac:chgData name="Robin Carraway" userId="1a99621e-78e1-4542-bebd-b614a66eedc8" providerId="ADAL" clId="{9DC3DB74-9F9A-41BD-9CA6-95058FE487E0}" dt="2026-01-20T18:30:45.242" v="647" actId="14100"/>
          <ac:picMkLst>
            <pc:docMk/>
            <pc:sldMk cId="2158581001" sldId="276"/>
            <ac:picMk id="3" creationId="{B24945A6-0270-EC24-BEEA-640A23EBABAC}"/>
          </ac:picMkLst>
        </pc:picChg>
      </pc:sldChg>
      <pc:sldChg chg="modSp">
        <pc:chgData name="Robin Carraway" userId="1a99621e-78e1-4542-bebd-b614a66eedc8" providerId="ADAL" clId="{9DC3DB74-9F9A-41BD-9CA6-95058FE487E0}" dt="2026-01-20T18:33:20.474" v="672" actId="1076"/>
        <pc:sldMkLst>
          <pc:docMk/>
          <pc:sldMk cId="3847515096" sldId="277"/>
        </pc:sldMkLst>
        <pc:spChg chg="mod">
          <ac:chgData name="Robin Carraway" userId="1a99621e-78e1-4542-bebd-b614a66eedc8" providerId="ADAL" clId="{9DC3DB74-9F9A-41BD-9CA6-95058FE487E0}" dt="2026-01-20T18:32:49.633" v="666" actId="1076"/>
          <ac:spMkLst>
            <pc:docMk/>
            <pc:sldMk cId="3847515096" sldId="277"/>
            <ac:spMk id="2" creationId="{38E480C5-CC46-178D-3CBC-DC502ED73499}"/>
          </ac:spMkLst>
        </pc:spChg>
        <pc:picChg chg="mod modCrop">
          <ac:chgData name="Robin Carraway" userId="1a99621e-78e1-4542-bebd-b614a66eedc8" providerId="ADAL" clId="{9DC3DB74-9F9A-41BD-9CA6-95058FE487E0}" dt="2026-01-20T18:33:20.474" v="672" actId="1076"/>
          <ac:picMkLst>
            <pc:docMk/>
            <pc:sldMk cId="3847515096" sldId="277"/>
            <ac:picMk id="4" creationId="{C7FABE80-76E9-4127-64F4-94C05B992D6C}"/>
          </ac:picMkLst>
        </pc:picChg>
      </pc:sldChg>
      <pc:sldChg chg="modSp">
        <pc:chgData name="Robin Carraway" userId="1a99621e-78e1-4542-bebd-b614a66eedc8" providerId="ADAL" clId="{9DC3DB74-9F9A-41BD-9CA6-95058FE487E0}" dt="2026-01-20T18:32:39.837" v="665" actId="14100"/>
        <pc:sldMkLst>
          <pc:docMk/>
          <pc:sldMk cId="503636072" sldId="279"/>
        </pc:sldMkLst>
        <pc:spChg chg="mod">
          <ac:chgData name="Robin Carraway" userId="1a99621e-78e1-4542-bebd-b614a66eedc8" providerId="ADAL" clId="{9DC3DB74-9F9A-41BD-9CA6-95058FE487E0}" dt="2026-01-20T18:32:18.115" v="662" actId="6549"/>
          <ac:spMkLst>
            <pc:docMk/>
            <pc:sldMk cId="503636072" sldId="279"/>
            <ac:spMk id="3" creationId="{74EAED06-76D2-2E15-EFFB-C8D81033358B}"/>
          </ac:spMkLst>
        </pc:spChg>
        <pc:picChg chg="mod modCrop">
          <ac:chgData name="Robin Carraway" userId="1a99621e-78e1-4542-bebd-b614a66eedc8" providerId="ADAL" clId="{9DC3DB74-9F9A-41BD-9CA6-95058FE487E0}" dt="2026-01-20T18:32:39.837" v="665" actId="14100"/>
          <ac:picMkLst>
            <pc:docMk/>
            <pc:sldMk cId="503636072" sldId="279"/>
            <ac:picMk id="4" creationId="{CEF1889E-0763-4F29-EFFC-03310DA1BB6B}"/>
          </ac:picMkLst>
        </pc:picChg>
      </pc:sldChg>
      <pc:sldChg chg="modSp">
        <pc:chgData name="Robin Carraway" userId="1a99621e-78e1-4542-bebd-b614a66eedc8" providerId="ADAL" clId="{9DC3DB74-9F9A-41BD-9CA6-95058FE487E0}" dt="2026-01-20T18:34:26.618" v="686" actId="6549"/>
        <pc:sldMkLst>
          <pc:docMk/>
          <pc:sldMk cId="1308056534" sldId="280"/>
        </pc:sldMkLst>
        <pc:spChg chg="mod">
          <ac:chgData name="Robin Carraway" userId="1a99621e-78e1-4542-bebd-b614a66eedc8" providerId="ADAL" clId="{9DC3DB74-9F9A-41BD-9CA6-95058FE487E0}" dt="2026-01-20T18:33:29.042" v="673" actId="1076"/>
          <ac:spMkLst>
            <pc:docMk/>
            <pc:sldMk cId="1308056534" sldId="280"/>
            <ac:spMk id="2" creationId="{87B24890-BEB3-9941-EBC7-FF1F2A06404F}"/>
          </ac:spMkLst>
        </pc:spChg>
        <pc:spChg chg="mod">
          <ac:chgData name="Robin Carraway" userId="1a99621e-78e1-4542-bebd-b614a66eedc8" providerId="ADAL" clId="{9DC3DB74-9F9A-41BD-9CA6-95058FE487E0}" dt="2026-01-20T18:34:26.618" v="686" actId="6549"/>
          <ac:spMkLst>
            <pc:docMk/>
            <pc:sldMk cId="1308056534" sldId="280"/>
            <ac:spMk id="4" creationId="{29AD9ED6-BF36-B506-F495-81429C3D73FE}"/>
          </ac:spMkLst>
        </pc:spChg>
        <pc:picChg chg="mod modCrop">
          <ac:chgData name="Robin Carraway" userId="1a99621e-78e1-4542-bebd-b614a66eedc8" providerId="ADAL" clId="{9DC3DB74-9F9A-41BD-9CA6-95058FE487E0}" dt="2026-01-20T18:33:44.473" v="675" actId="14100"/>
          <ac:picMkLst>
            <pc:docMk/>
            <pc:sldMk cId="1308056534" sldId="280"/>
            <ac:picMk id="5" creationId="{09BC2127-9727-336E-9968-7A507712E44A}"/>
          </ac:picMkLst>
        </pc:picChg>
      </pc:sldChg>
      <pc:sldChg chg="modSp">
        <pc:chgData name="Robin Carraway" userId="1a99621e-78e1-4542-bebd-b614a66eedc8" providerId="ADAL" clId="{9DC3DB74-9F9A-41BD-9CA6-95058FE487E0}" dt="2026-01-20T18:35:02.605" v="693" actId="1076"/>
        <pc:sldMkLst>
          <pc:docMk/>
          <pc:sldMk cId="3467860576" sldId="281"/>
        </pc:sldMkLst>
        <pc:spChg chg="mod">
          <ac:chgData name="Robin Carraway" userId="1a99621e-78e1-4542-bebd-b614a66eedc8" providerId="ADAL" clId="{9DC3DB74-9F9A-41BD-9CA6-95058FE487E0}" dt="2026-01-20T18:34:38.782" v="688" actId="14100"/>
          <ac:spMkLst>
            <pc:docMk/>
            <pc:sldMk cId="3467860576" sldId="281"/>
            <ac:spMk id="4" creationId="{29AD9ED6-BF36-B506-F495-81429C3D73FE}"/>
          </ac:spMkLst>
        </pc:spChg>
        <pc:picChg chg="mod modCrop">
          <ac:chgData name="Robin Carraway" userId="1a99621e-78e1-4542-bebd-b614a66eedc8" providerId="ADAL" clId="{9DC3DB74-9F9A-41BD-9CA6-95058FE487E0}" dt="2026-01-20T18:35:02.605" v="693" actId="1076"/>
          <ac:picMkLst>
            <pc:docMk/>
            <pc:sldMk cId="3467860576" sldId="281"/>
            <ac:picMk id="10" creationId="{55B36951-F807-0B38-9C4E-3B0DD79F2D59}"/>
          </ac:picMkLst>
        </pc:picChg>
      </pc:sldChg>
      <pc:sldChg chg="modSp">
        <pc:chgData name="Robin Carraway" userId="1a99621e-78e1-4542-bebd-b614a66eedc8" providerId="ADAL" clId="{9DC3DB74-9F9A-41BD-9CA6-95058FE487E0}" dt="2026-01-20T18:35:37.390" v="699" actId="1076"/>
        <pc:sldMkLst>
          <pc:docMk/>
          <pc:sldMk cId="2488268123" sldId="282"/>
        </pc:sldMkLst>
        <pc:spChg chg="mod">
          <ac:chgData name="Robin Carraway" userId="1a99621e-78e1-4542-bebd-b614a66eedc8" providerId="ADAL" clId="{9DC3DB74-9F9A-41BD-9CA6-95058FE487E0}" dt="2026-01-20T18:35:24.795" v="696" actId="27636"/>
          <ac:spMkLst>
            <pc:docMk/>
            <pc:sldMk cId="2488268123" sldId="282"/>
            <ac:spMk id="4" creationId="{29AD9ED6-BF36-B506-F495-81429C3D73FE}"/>
          </ac:spMkLst>
        </pc:spChg>
        <pc:spChg chg="mod">
          <ac:chgData name="Robin Carraway" userId="1a99621e-78e1-4542-bebd-b614a66eedc8" providerId="ADAL" clId="{9DC3DB74-9F9A-41BD-9CA6-95058FE487E0}" dt="2026-01-20T18:35:37.390" v="699" actId="1076"/>
          <ac:spMkLst>
            <pc:docMk/>
            <pc:sldMk cId="2488268123" sldId="282"/>
            <ac:spMk id="5" creationId="{135E52AE-EA1C-6DE9-8B0F-326135790E2C}"/>
          </ac:spMkLst>
        </pc:spChg>
        <pc:picChg chg="mod">
          <ac:chgData name="Robin Carraway" userId="1a99621e-78e1-4542-bebd-b614a66eedc8" providerId="ADAL" clId="{9DC3DB74-9F9A-41BD-9CA6-95058FE487E0}" dt="2026-01-20T18:35:29.953" v="698" actId="1076"/>
          <ac:picMkLst>
            <pc:docMk/>
            <pc:sldMk cId="2488268123" sldId="282"/>
            <ac:picMk id="10" creationId="{55B36951-F807-0B38-9C4E-3B0DD79F2D59}"/>
          </ac:picMkLst>
        </pc:picChg>
      </pc:sldChg>
      <pc:sldChg chg="modSp">
        <pc:chgData name="Robin Carraway" userId="1a99621e-78e1-4542-bebd-b614a66eedc8" providerId="ADAL" clId="{9DC3DB74-9F9A-41BD-9CA6-95058FE487E0}" dt="2026-01-20T18:36:58.382" v="709" actId="6549"/>
        <pc:sldMkLst>
          <pc:docMk/>
          <pc:sldMk cId="2109494124" sldId="283"/>
        </pc:sldMkLst>
        <pc:spChg chg="mod">
          <ac:chgData name="Robin Carraway" userId="1a99621e-78e1-4542-bebd-b614a66eedc8" providerId="ADAL" clId="{9DC3DB74-9F9A-41BD-9CA6-95058FE487E0}" dt="2026-01-20T18:36:58.382" v="709" actId="6549"/>
          <ac:spMkLst>
            <pc:docMk/>
            <pc:sldMk cId="2109494124" sldId="283"/>
            <ac:spMk id="3" creationId="{FA15EAAE-1174-83EA-335D-B9F3367EA22C}"/>
          </ac:spMkLst>
        </pc:spChg>
        <pc:picChg chg="mod modCrop">
          <ac:chgData name="Robin Carraway" userId="1a99621e-78e1-4542-bebd-b614a66eedc8" providerId="ADAL" clId="{9DC3DB74-9F9A-41BD-9CA6-95058FE487E0}" dt="2026-01-20T18:36:51.017" v="706" actId="1076"/>
          <ac:picMkLst>
            <pc:docMk/>
            <pc:sldMk cId="2109494124" sldId="283"/>
            <ac:picMk id="5" creationId="{727D9D3C-BD1A-E7C6-ECE7-A32E0907A37E}"/>
          </ac:picMkLst>
        </pc:picChg>
      </pc:sldChg>
      <pc:sldChg chg="modSp">
        <pc:chgData name="Robin Carraway" userId="1a99621e-78e1-4542-bebd-b614a66eedc8" providerId="ADAL" clId="{9DC3DB74-9F9A-41BD-9CA6-95058FE487E0}" dt="2026-01-20T18:38:12.090" v="753" actId="20577"/>
        <pc:sldMkLst>
          <pc:docMk/>
          <pc:sldMk cId="1591065577" sldId="284"/>
        </pc:sldMkLst>
        <pc:spChg chg="mod">
          <ac:chgData name="Robin Carraway" userId="1a99621e-78e1-4542-bebd-b614a66eedc8" providerId="ADAL" clId="{9DC3DB74-9F9A-41BD-9CA6-95058FE487E0}" dt="2026-01-20T18:38:12.090" v="753" actId="20577"/>
          <ac:spMkLst>
            <pc:docMk/>
            <pc:sldMk cId="1591065577" sldId="284"/>
            <ac:spMk id="3" creationId="{F3D38715-D8C5-1DAA-D178-104E99B0E720}"/>
          </ac:spMkLst>
        </pc:spChg>
      </pc:sldChg>
      <pc:sldChg chg="modSp">
        <pc:chgData name="Robin Carraway" userId="1a99621e-78e1-4542-bebd-b614a66eedc8" providerId="ADAL" clId="{9DC3DB74-9F9A-41BD-9CA6-95058FE487E0}" dt="2026-01-20T18:38:27.968" v="761" actId="20577"/>
        <pc:sldMkLst>
          <pc:docMk/>
          <pc:sldMk cId="2661964605" sldId="285"/>
        </pc:sldMkLst>
        <pc:spChg chg="mod">
          <ac:chgData name="Robin Carraway" userId="1a99621e-78e1-4542-bebd-b614a66eedc8" providerId="ADAL" clId="{9DC3DB74-9F9A-41BD-9CA6-95058FE487E0}" dt="2026-01-20T18:38:27.968" v="761" actId="20577"/>
          <ac:spMkLst>
            <pc:docMk/>
            <pc:sldMk cId="2661964605" sldId="285"/>
            <ac:spMk id="3" creationId="{B5D2B8A2-92AB-74D6-D684-343D8B43BD3E}"/>
          </ac:spMkLst>
        </pc:spChg>
      </pc:sldChg>
      <pc:sldChg chg="modSp">
        <pc:chgData name="Robin Carraway" userId="1a99621e-78e1-4542-bebd-b614a66eedc8" providerId="ADAL" clId="{9DC3DB74-9F9A-41BD-9CA6-95058FE487E0}" dt="2026-01-20T18:39:47.314" v="767" actId="20578"/>
        <pc:sldMkLst>
          <pc:docMk/>
          <pc:sldMk cId="146385086" sldId="286"/>
        </pc:sldMkLst>
        <pc:spChg chg="mod">
          <ac:chgData name="Robin Carraway" userId="1a99621e-78e1-4542-bebd-b614a66eedc8" providerId="ADAL" clId="{9DC3DB74-9F9A-41BD-9CA6-95058FE487E0}" dt="2026-01-20T18:39:11.752" v="765" actId="6549"/>
          <ac:spMkLst>
            <pc:docMk/>
            <pc:sldMk cId="146385086" sldId="286"/>
            <ac:spMk id="3" creationId="{81BE3B2A-A824-40D3-2850-08CA93CE5FB1}"/>
          </ac:spMkLst>
        </pc:spChg>
        <pc:spChg chg="mod">
          <ac:chgData name="Robin Carraway" userId="1a99621e-78e1-4542-bebd-b614a66eedc8" providerId="ADAL" clId="{9DC3DB74-9F9A-41BD-9CA6-95058FE487E0}" dt="2026-01-20T18:39:47.314" v="767" actId="20578"/>
          <ac:spMkLst>
            <pc:docMk/>
            <pc:sldMk cId="146385086" sldId="286"/>
            <ac:spMk id="4" creationId="{D0ACC10A-3869-85DE-0B6B-AC74976E152C}"/>
          </ac:spMkLst>
        </pc:spChg>
      </pc:sldChg>
      <pc:sldChg chg="modSp">
        <pc:chgData name="Robin Carraway" userId="1a99621e-78e1-4542-bebd-b614a66eedc8" providerId="ADAL" clId="{9DC3DB74-9F9A-41BD-9CA6-95058FE487E0}" dt="2026-01-20T18:39:56.385" v="768" actId="14100"/>
        <pc:sldMkLst>
          <pc:docMk/>
          <pc:sldMk cId="3197543093" sldId="287"/>
        </pc:sldMkLst>
        <pc:picChg chg="mod">
          <ac:chgData name="Robin Carraway" userId="1a99621e-78e1-4542-bebd-b614a66eedc8" providerId="ADAL" clId="{9DC3DB74-9F9A-41BD-9CA6-95058FE487E0}" dt="2026-01-20T18:39:56.385" v="768" actId="14100"/>
          <ac:picMkLst>
            <pc:docMk/>
            <pc:sldMk cId="3197543093" sldId="287"/>
            <ac:picMk id="4" creationId="{4A6AF9F8-4130-1048-BE76-DA6D53F065A3}"/>
          </ac:picMkLst>
        </pc:picChg>
      </pc:sldChg>
      <pc:sldChg chg="modSp">
        <pc:chgData name="Robin Carraway" userId="1a99621e-78e1-4542-bebd-b614a66eedc8" providerId="ADAL" clId="{9DC3DB74-9F9A-41BD-9CA6-95058FE487E0}" dt="2026-01-20T18:40:41.233" v="770" actId="113"/>
        <pc:sldMkLst>
          <pc:docMk/>
          <pc:sldMk cId="98672473" sldId="288"/>
        </pc:sldMkLst>
        <pc:spChg chg="mod">
          <ac:chgData name="Robin Carraway" userId="1a99621e-78e1-4542-bebd-b614a66eedc8" providerId="ADAL" clId="{9DC3DB74-9F9A-41BD-9CA6-95058FE487E0}" dt="2026-01-20T18:40:41.233" v="770" actId="113"/>
          <ac:spMkLst>
            <pc:docMk/>
            <pc:sldMk cId="98672473" sldId="288"/>
            <ac:spMk id="3" creationId="{BB476C12-7953-4AD0-0B97-675FCE72ED64}"/>
          </ac:spMkLst>
        </pc:spChg>
      </pc:sldChg>
      <pc:sldChg chg="modSp">
        <pc:chgData name="Robin Carraway" userId="1a99621e-78e1-4542-bebd-b614a66eedc8" providerId="ADAL" clId="{9DC3DB74-9F9A-41BD-9CA6-95058FE487E0}" dt="2026-01-20T18:52:44.101" v="774" actId="27636"/>
        <pc:sldMkLst>
          <pc:docMk/>
          <pc:sldMk cId="826135276" sldId="292"/>
        </pc:sldMkLst>
        <pc:spChg chg="mod">
          <ac:chgData name="Robin Carraway" userId="1a99621e-78e1-4542-bebd-b614a66eedc8" providerId="ADAL" clId="{9DC3DB74-9F9A-41BD-9CA6-95058FE487E0}" dt="2026-01-20T18:52:44.101" v="774" actId="27636"/>
          <ac:spMkLst>
            <pc:docMk/>
            <pc:sldMk cId="826135276" sldId="292"/>
            <ac:spMk id="3" creationId="{75BE237B-2C29-ADA0-8194-A7C71435EEF0}"/>
          </ac:spMkLst>
        </pc:spChg>
      </pc:sldChg>
      <pc:sldChg chg="modSp">
        <pc:chgData name="Robin Carraway" userId="1a99621e-78e1-4542-bebd-b614a66eedc8" providerId="ADAL" clId="{9DC3DB74-9F9A-41BD-9CA6-95058FE487E0}" dt="2026-01-20T18:53:08.427" v="781" actId="1076"/>
        <pc:sldMkLst>
          <pc:docMk/>
          <pc:sldMk cId="1928228285" sldId="294"/>
        </pc:sldMkLst>
        <pc:spChg chg="mod">
          <ac:chgData name="Robin Carraway" userId="1a99621e-78e1-4542-bebd-b614a66eedc8" providerId="ADAL" clId="{9DC3DB74-9F9A-41BD-9CA6-95058FE487E0}" dt="2026-01-20T18:53:06.263" v="780" actId="1076"/>
          <ac:spMkLst>
            <pc:docMk/>
            <pc:sldMk cId="1928228285" sldId="294"/>
            <ac:spMk id="3" creationId="{E5C672EF-CA23-8E65-2CC5-6AD3517E2A85}"/>
          </ac:spMkLst>
        </pc:spChg>
        <pc:picChg chg="mod">
          <ac:chgData name="Robin Carraway" userId="1a99621e-78e1-4542-bebd-b614a66eedc8" providerId="ADAL" clId="{9DC3DB74-9F9A-41BD-9CA6-95058FE487E0}" dt="2026-01-20T18:53:08.427" v="781" actId="1076"/>
          <ac:picMkLst>
            <pc:docMk/>
            <pc:sldMk cId="1928228285" sldId="294"/>
            <ac:picMk id="5" creationId="{CFBA0DF2-479C-DECC-C390-1B681C780EE8}"/>
          </ac:picMkLst>
        </pc:picChg>
      </pc:sldChg>
      <pc:sldChg chg="modSp">
        <pc:chgData name="Robin Carraway" userId="1a99621e-78e1-4542-bebd-b614a66eedc8" providerId="ADAL" clId="{9DC3DB74-9F9A-41BD-9CA6-95058FE487E0}" dt="2026-01-20T18:54:36.650" v="788" actId="1076"/>
        <pc:sldMkLst>
          <pc:docMk/>
          <pc:sldMk cId="1336326069" sldId="295"/>
        </pc:sldMkLst>
        <pc:spChg chg="mod">
          <ac:chgData name="Robin Carraway" userId="1a99621e-78e1-4542-bebd-b614a66eedc8" providerId="ADAL" clId="{9DC3DB74-9F9A-41BD-9CA6-95058FE487E0}" dt="2026-01-20T18:54:26.618" v="787" actId="255"/>
          <ac:spMkLst>
            <pc:docMk/>
            <pc:sldMk cId="1336326069" sldId="295"/>
            <ac:spMk id="4" creationId="{F50CD6DD-697D-9E37-9FDB-6429254E1956}"/>
          </ac:spMkLst>
        </pc:spChg>
        <pc:picChg chg="mod">
          <ac:chgData name="Robin Carraway" userId="1a99621e-78e1-4542-bebd-b614a66eedc8" providerId="ADAL" clId="{9DC3DB74-9F9A-41BD-9CA6-95058FE487E0}" dt="2026-01-20T18:54:36.650" v="788" actId="1076"/>
          <ac:picMkLst>
            <pc:docMk/>
            <pc:sldMk cId="1336326069" sldId="295"/>
            <ac:picMk id="5" creationId="{D8F6BE57-C5DB-1FCA-471F-27AC04B079E1}"/>
          </ac:picMkLst>
        </pc:picChg>
      </pc:sldChg>
      <pc:sldChg chg="modSp">
        <pc:chgData name="Robin Carraway" userId="1a99621e-78e1-4542-bebd-b614a66eedc8" providerId="ADAL" clId="{9DC3DB74-9F9A-41BD-9CA6-95058FE487E0}" dt="2026-01-20T18:58:57.468" v="884" actId="403"/>
        <pc:sldMkLst>
          <pc:docMk/>
          <pc:sldMk cId="2034911814" sldId="298"/>
        </pc:sldMkLst>
        <pc:spChg chg="mod">
          <ac:chgData name="Robin Carraway" userId="1a99621e-78e1-4542-bebd-b614a66eedc8" providerId="ADAL" clId="{9DC3DB74-9F9A-41BD-9CA6-95058FE487E0}" dt="2026-01-20T18:58:52.548" v="882" actId="403"/>
          <ac:spMkLst>
            <pc:docMk/>
            <pc:sldMk cId="2034911814" sldId="298"/>
            <ac:spMk id="3" creationId="{8F3FD083-BDA2-5017-D11A-1EB55F39071C}"/>
          </ac:spMkLst>
        </pc:spChg>
        <pc:spChg chg="mod">
          <ac:chgData name="Robin Carraway" userId="1a99621e-78e1-4542-bebd-b614a66eedc8" providerId="ADAL" clId="{9DC3DB74-9F9A-41BD-9CA6-95058FE487E0}" dt="2026-01-20T18:58:57.468" v="884" actId="403"/>
          <ac:spMkLst>
            <pc:docMk/>
            <pc:sldMk cId="2034911814" sldId="298"/>
            <ac:spMk id="4" creationId="{1D4C350C-47D3-D66A-D82D-CEFEBA2E014E}"/>
          </ac:spMkLst>
        </pc:spChg>
      </pc:sldChg>
      <pc:sldChg chg="modSp">
        <pc:chgData name="Robin Carraway" userId="1a99621e-78e1-4542-bebd-b614a66eedc8" providerId="ADAL" clId="{9DC3DB74-9F9A-41BD-9CA6-95058FE487E0}" dt="2026-01-20T18:59:57.357" v="897" actId="27636"/>
        <pc:sldMkLst>
          <pc:docMk/>
          <pc:sldMk cId="356605532" sldId="301"/>
        </pc:sldMkLst>
        <pc:spChg chg="mod">
          <ac:chgData name="Robin Carraway" userId="1a99621e-78e1-4542-bebd-b614a66eedc8" providerId="ADAL" clId="{9DC3DB74-9F9A-41BD-9CA6-95058FE487E0}" dt="2026-01-20T18:59:57.355" v="896" actId="27636"/>
          <ac:spMkLst>
            <pc:docMk/>
            <pc:sldMk cId="356605532" sldId="301"/>
            <ac:spMk id="3" creationId="{F89E45B4-04BF-E1D6-CF9E-83301F569824}"/>
          </ac:spMkLst>
        </pc:spChg>
        <pc:spChg chg="mod">
          <ac:chgData name="Robin Carraway" userId="1a99621e-78e1-4542-bebd-b614a66eedc8" providerId="ADAL" clId="{9DC3DB74-9F9A-41BD-9CA6-95058FE487E0}" dt="2026-01-20T18:59:57.357" v="897" actId="27636"/>
          <ac:spMkLst>
            <pc:docMk/>
            <pc:sldMk cId="356605532" sldId="301"/>
            <ac:spMk id="4" creationId="{951FBAA5-DCD2-6795-ACB2-ED2C8846C6B1}"/>
          </ac:spMkLst>
        </pc:spChg>
      </pc:sldChg>
      <pc:sldChg chg="modSp">
        <pc:chgData name="Robin Carraway" userId="1a99621e-78e1-4542-bebd-b614a66eedc8" providerId="ADAL" clId="{9DC3DB74-9F9A-41BD-9CA6-95058FE487E0}" dt="2026-01-20T19:00:43.562" v="907" actId="122"/>
        <pc:sldMkLst>
          <pc:docMk/>
          <pc:sldMk cId="218778900" sldId="302"/>
        </pc:sldMkLst>
        <pc:spChg chg="mod">
          <ac:chgData name="Robin Carraway" userId="1a99621e-78e1-4542-bebd-b614a66eedc8" providerId="ADAL" clId="{9DC3DB74-9F9A-41BD-9CA6-95058FE487E0}" dt="2026-01-20T19:00:43.562" v="907" actId="122"/>
          <ac:spMkLst>
            <pc:docMk/>
            <pc:sldMk cId="218778900" sldId="302"/>
            <ac:spMk id="3" creationId="{685E52F9-2ECA-1600-B208-AE247B306566}"/>
          </ac:spMkLst>
        </pc:spChg>
      </pc:sldChg>
      <pc:sldChg chg="modSp">
        <pc:chgData name="Robin Carraway" userId="1a99621e-78e1-4542-bebd-b614a66eedc8" providerId="ADAL" clId="{9DC3DB74-9F9A-41BD-9CA6-95058FE487E0}" dt="2026-01-20T19:01:24.660" v="910" actId="403"/>
        <pc:sldMkLst>
          <pc:docMk/>
          <pc:sldMk cId="1942199438" sldId="303"/>
        </pc:sldMkLst>
        <pc:spChg chg="mod">
          <ac:chgData name="Robin Carraway" userId="1a99621e-78e1-4542-bebd-b614a66eedc8" providerId="ADAL" clId="{9DC3DB74-9F9A-41BD-9CA6-95058FE487E0}" dt="2026-01-20T19:01:24.660" v="910" actId="403"/>
          <ac:spMkLst>
            <pc:docMk/>
            <pc:sldMk cId="1942199438" sldId="303"/>
            <ac:spMk id="3" creationId="{D62A5007-6FB1-FF8D-6807-4FB14EA7D758}"/>
          </ac:spMkLst>
        </pc:spChg>
      </pc:sldChg>
      <pc:sldChg chg="modSp">
        <pc:chgData name="Robin Carraway" userId="1a99621e-78e1-4542-bebd-b614a66eedc8" providerId="ADAL" clId="{9DC3DB74-9F9A-41BD-9CA6-95058FE487E0}" dt="2026-01-20T19:02:20.859" v="925" actId="14100"/>
        <pc:sldMkLst>
          <pc:docMk/>
          <pc:sldMk cId="2754653956" sldId="304"/>
        </pc:sldMkLst>
        <pc:spChg chg="mod">
          <ac:chgData name="Robin Carraway" userId="1a99621e-78e1-4542-bebd-b614a66eedc8" providerId="ADAL" clId="{9DC3DB74-9F9A-41BD-9CA6-95058FE487E0}" dt="2026-01-20T19:02:20.859" v="925" actId="14100"/>
          <ac:spMkLst>
            <pc:docMk/>
            <pc:sldMk cId="2754653956" sldId="304"/>
            <ac:spMk id="2" creationId="{04D9E92C-B15C-ABEB-FFA6-EF07ACA2B93F}"/>
          </ac:spMkLst>
        </pc:spChg>
        <pc:spChg chg="mod">
          <ac:chgData name="Robin Carraway" userId="1a99621e-78e1-4542-bebd-b614a66eedc8" providerId="ADAL" clId="{9DC3DB74-9F9A-41BD-9CA6-95058FE487E0}" dt="2026-01-20T19:02:13.905" v="924" actId="27636"/>
          <ac:spMkLst>
            <pc:docMk/>
            <pc:sldMk cId="2754653956" sldId="304"/>
            <ac:spMk id="3" creationId="{D62A5007-6FB1-FF8D-6807-4FB14EA7D758}"/>
          </ac:spMkLst>
        </pc:spChg>
        <pc:picChg chg="mod">
          <ac:chgData name="Robin Carraway" userId="1a99621e-78e1-4542-bebd-b614a66eedc8" providerId="ADAL" clId="{9DC3DB74-9F9A-41BD-9CA6-95058FE487E0}" dt="2026-01-20T19:01:40.878" v="916" actId="14100"/>
          <ac:picMkLst>
            <pc:docMk/>
            <pc:sldMk cId="2754653956" sldId="304"/>
            <ac:picMk id="5" creationId="{AFC049FD-F319-BFDF-35C0-187A83C91608}"/>
          </ac:picMkLst>
        </pc:picChg>
      </pc:sldChg>
      <pc:sldChg chg="modSp">
        <pc:chgData name="Robin Carraway" userId="1a99621e-78e1-4542-bebd-b614a66eedc8" providerId="ADAL" clId="{9DC3DB74-9F9A-41BD-9CA6-95058FE487E0}" dt="2026-01-20T19:02:43.574" v="928" actId="6549"/>
        <pc:sldMkLst>
          <pc:docMk/>
          <pc:sldMk cId="2788863407" sldId="305"/>
        </pc:sldMkLst>
        <pc:spChg chg="mod">
          <ac:chgData name="Robin Carraway" userId="1a99621e-78e1-4542-bebd-b614a66eedc8" providerId="ADAL" clId="{9DC3DB74-9F9A-41BD-9CA6-95058FE487E0}" dt="2026-01-20T19:02:43.574" v="928" actId="6549"/>
          <ac:spMkLst>
            <pc:docMk/>
            <pc:sldMk cId="2788863407" sldId="305"/>
            <ac:spMk id="4" creationId="{840B6218-1F20-DAC2-2C9B-56CC9FCF724B}"/>
          </ac:spMkLst>
        </pc:spChg>
      </pc:sldChg>
      <pc:sldChg chg="modSp">
        <pc:chgData name="Robin Carraway" userId="1a99621e-78e1-4542-bebd-b614a66eedc8" providerId="ADAL" clId="{9DC3DB74-9F9A-41BD-9CA6-95058FE487E0}" dt="2026-01-20T19:03:04.011" v="930" actId="20577"/>
        <pc:sldMkLst>
          <pc:docMk/>
          <pc:sldMk cId="1571058186" sldId="306"/>
        </pc:sldMkLst>
        <pc:spChg chg="mod">
          <ac:chgData name="Robin Carraway" userId="1a99621e-78e1-4542-bebd-b614a66eedc8" providerId="ADAL" clId="{9DC3DB74-9F9A-41BD-9CA6-95058FE487E0}" dt="2026-01-20T19:03:04.011" v="930" actId="20577"/>
          <ac:spMkLst>
            <pc:docMk/>
            <pc:sldMk cId="1571058186" sldId="306"/>
            <ac:spMk id="3" creationId="{C742E06A-0068-52B7-1227-5A726EB20186}"/>
          </ac:spMkLst>
        </pc:spChg>
      </pc:sldChg>
      <pc:sldChg chg="modSp">
        <pc:chgData name="Robin Carraway" userId="1a99621e-78e1-4542-bebd-b614a66eedc8" providerId="ADAL" clId="{9DC3DB74-9F9A-41BD-9CA6-95058FE487E0}" dt="2026-01-20T19:03:27.419" v="934" actId="122"/>
        <pc:sldMkLst>
          <pc:docMk/>
          <pc:sldMk cId="1166215687" sldId="307"/>
        </pc:sldMkLst>
        <pc:spChg chg="mod">
          <ac:chgData name="Robin Carraway" userId="1a99621e-78e1-4542-bebd-b614a66eedc8" providerId="ADAL" clId="{9DC3DB74-9F9A-41BD-9CA6-95058FE487E0}" dt="2026-01-20T19:03:27.419" v="934" actId="122"/>
          <ac:spMkLst>
            <pc:docMk/>
            <pc:sldMk cId="1166215687" sldId="307"/>
            <ac:spMk id="3" creationId="{DCE1095B-1739-DB68-1460-6657C8C22E03}"/>
          </ac:spMkLst>
        </pc:spChg>
      </pc:sldChg>
      <pc:sldChg chg="addSp delSp modSp">
        <pc:chgData name="Robin Carraway" userId="1a99621e-78e1-4542-bebd-b614a66eedc8" providerId="ADAL" clId="{9DC3DB74-9F9A-41BD-9CA6-95058FE487E0}" dt="2026-01-20T18:56:38.497" v="843" actId="255"/>
        <pc:sldMkLst>
          <pc:docMk/>
          <pc:sldMk cId="1468460159" sldId="313"/>
        </pc:sldMkLst>
        <pc:spChg chg="add del mod">
          <ac:chgData name="Robin Carraway" userId="1a99621e-78e1-4542-bebd-b614a66eedc8" providerId="ADAL" clId="{9DC3DB74-9F9A-41BD-9CA6-95058FE487E0}" dt="2026-01-20T18:54:52.791" v="791"/>
          <ac:spMkLst>
            <pc:docMk/>
            <pc:sldMk cId="1468460159" sldId="313"/>
            <ac:spMk id="3" creationId="{2690AC2C-0AB7-4684-9A72-4A8BC4CC4CD6}"/>
          </ac:spMkLst>
        </pc:spChg>
        <pc:spChg chg="add mod">
          <ac:chgData name="Robin Carraway" userId="1a99621e-78e1-4542-bebd-b614a66eedc8" providerId="ADAL" clId="{9DC3DB74-9F9A-41BD-9CA6-95058FE487E0}" dt="2026-01-20T18:56:38.497" v="843" actId="255"/>
          <ac:spMkLst>
            <pc:docMk/>
            <pc:sldMk cId="1468460159" sldId="313"/>
            <ac:spMk id="4" creationId="{094F8F0A-FB3B-4083-8EF3-85B4CF2E7EED}"/>
          </ac:spMkLst>
        </pc:spChg>
        <pc:picChg chg="add mod">
          <ac:chgData name="Robin Carraway" userId="1a99621e-78e1-4542-bebd-b614a66eedc8" providerId="ADAL" clId="{9DC3DB74-9F9A-41BD-9CA6-95058FE487E0}" dt="2026-01-20T18:54:13.222" v="785" actId="1076"/>
          <ac:picMkLst>
            <pc:docMk/>
            <pc:sldMk cId="1468460159" sldId="313"/>
            <ac:picMk id="2" creationId="{90C3311B-C0EF-467F-BE5A-C76B3E3E414A}"/>
          </ac:picMkLst>
        </pc:picChg>
      </pc:sldChg>
    </pc:docChg>
  </pc:docChgLst>
  <pc:docChgLst>
    <pc:chgData name="Robin Carraway" userId="S::robin.carraway@mgccc.edu::1a99621e-78e1-4542-bebd-b614a66eedc8" providerId="AD" clId="Web-{3A296D38-C53C-A1A9-AF44-551F4E720D3D}"/>
  </pc:docChgLst>
  <pc:docChgLst>
    <pc:chgData name="Robin Carraway" userId="1a99621e-78e1-4542-bebd-b614a66eedc8" providerId="ADAL" clId="{D9E8ACCD-AD8A-4AD1-B5FC-E803AF7A7B15}"/>
  </pc:docChgLst>
  <pc:docChgLst>
    <pc:chgData name="Robin Carraway" userId="S::robin.carraway@mgccc.edu::1a99621e-78e1-4542-bebd-b614a66eedc8" providerId="AD" clId="Web-{2CBA4731-E630-50B0-10DD-1F05AA9BC343}"/>
  </pc:docChgLst>
  <pc:docChgLst>
    <pc:chgData name="Robin Carraway" userId="1a99621e-78e1-4542-bebd-b614a66eedc8" providerId="ADAL" clId="{9C924171-A346-473D-BBC5-C2C5B563AC9D}"/>
    <pc:docChg chg="custSel addSld delSld modSld sldOrd">
      <pc:chgData name="Robin Carraway" userId="1a99621e-78e1-4542-bebd-b614a66eedc8" providerId="ADAL" clId="{9C924171-A346-473D-BBC5-C2C5B563AC9D}" dt="2025-10-23T22:28:38.504" v="1474" actId="403"/>
      <pc:docMkLst>
        <pc:docMk/>
      </pc:docMkLst>
      <pc:sldChg chg="addSp modSp">
        <pc:chgData name="Robin Carraway" userId="1a99621e-78e1-4542-bebd-b614a66eedc8" providerId="ADAL" clId="{9C924171-A346-473D-BBC5-C2C5B563AC9D}" dt="2025-10-23T21:37:21.144" v="860" actId="1076"/>
        <pc:sldMkLst>
          <pc:docMk/>
          <pc:sldMk cId="1508874697" sldId="257"/>
        </pc:sldMkLst>
        <pc:spChg chg="mod">
          <ac:chgData name="Robin Carraway" userId="1a99621e-78e1-4542-bebd-b614a66eedc8" providerId="ADAL" clId="{9C924171-A346-473D-BBC5-C2C5B563AC9D}" dt="2025-10-23T21:35:53.382" v="854" actId="207"/>
          <ac:spMkLst>
            <pc:docMk/>
            <pc:sldMk cId="1508874697" sldId="257"/>
            <ac:spMk id="3" creationId="{30F4E4EE-2E26-C9EF-A151-5F7484A2173C}"/>
          </ac:spMkLst>
        </pc:spChg>
        <pc:spChg chg="add mod">
          <ac:chgData name="Robin Carraway" userId="1a99621e-78e1-4542-bebd-b614a66eedc8" providerId="ADAL" clId="{9C924171-A346-473D-BBC5-C2C5B563AC9D}" dt="2025-10-23T21:37:21.144" v="860" actId="1076"/>
          <ac:spMkLst>
            <pc:docMk/>
            <pc:sldMk cId="1508874697" sldId="257"/>
            <ac:spMk id="4" creationId="{3EA61000-619B-4717-A15F-8E78198AA0DD}"/>
          </ac:spMkLst>
        </pc:spChg>
      </pc:sldChg>
      <pc:sldChg chg="addSp modSp">
        <pc:chgData name="Robin Carraway" userId="1a99621e-78e1-4542-bebd-b614a66eedc8" providerId="ADAL" clId="{9C924171-A346-473D-BBC5-C2C5B563AC9D}" dt="2025-10-23T21:39:38.204" v="892" actId="14100"/>
        <pc:sldMkLst>
          <pc:docMk/>
          <pc:sldMk cId="1784382891" sldId="258"/>
        </pc:sldMkLst>
        <pc:spChg chg="mod">
          <ac:chgData name="Robin Carraway" userId="1a99621e-78e1-4542-bebd-b614a66eedc8" providerId="ADAL" clId="{9C924171-A346-473D-BBC5-C2C5B563AC9D}" dt="2025-10-23T21:39:25.056" v="890" actId="20577"/>
          <ac:spMkLst>
            <pc:docMk/>
            <pc:sldMk cId="1784382891" sldId="258"/>
            <ac:spMk id="4" creationId="{41534084-7898-CDC6-067A-12D09BD54C0E}"/>
          </ac:spMkLst>
        </pc:spChg>
        <pc:picChg chg="add mod">
          <ac:chgData name="Robin Carraway" userId="1a99621e-78e1-4542-bebd-b614a66eedc8" providerId="ADAL" clId="{9C924171-A346-473D-BBC5-C2C5B563AC9D}" dt="2025-10-23T21:39:38.204" v="892" actId="14100"/>
          <ac:picMkLst>
            <pc:docMk/>
            <pc:sldMk cId="1784382891" sldId="258"/>
            <ac:picMk id="3" creationId="{DA4C2B8A-086C-4A77-9906-6A9F5FF821E2}"/>
          </ac:picMkLst>
        </pc:picChg>
      </pc:sldChg>
      <pc:sldChg chg="addSp modSp">
        <pc:chgData name="Robin Carraway" userId="1a99621e-78e1-4542-bebd-b614a66eedc8" providerId="ADAL" clId="{9C924171-A346-473D-BBC5-C2C5B563AC9D}" dt="2025-10-23T21:40:02.013" v="895" actId="14100"/>
        <pc:sldMkLst>
          <pc:docMk/>
          <pc:sldMk cId="3330036052" sldId="260"/>
        </pc:sldMkLst>
        <pc:spChg chg="mod">
          <ac:chgData name="Robin Carraway" userId="1a99621e-78e1-4542-bebd-b614a66eedc8" providerId="ADAL" clId="{9C924171-A346-473D-BBC5-C2C5B563AC9D}" dt="2025-10-16T20:42:04.177" v="6" actId="113"/>
          <ac:spMkLst>
            <pc:docMk/>
            <pc:sldMk cId="3330036052" sldId="260"/>
            <ac:spMk id="3" creationId="{AC223CD0-97F2-5C39-1E4A-8EE9E7550760}"/>
          </ac:spMkLst>
        </pc:spChg>
        <pc:picChg chg="add mod">
          <ac:chgData name="Robin Carraway" userId="1a99621e-78e1-4542-bebd-b614a66eedc8" providerId="ADAL" clId="{9C924171-A346-473D-BBC5-C2C5B563AC9D}" dt="2025-10-23T21:40:02.013" v="895" actId="14100"/>
          <ac:picMkLst>
            <pc:docMk/>
            <pc:sldMk cId="3330036052" sldId="260"/>
            <ac:picMk id="4" creationId="{A547E20D-B6C3-41C1-9D58-4C15D4F4233A}"/>
          </ac:picMkLst>
        </pc:picChg>
      </pc:sldChg>
      <pc:sldChg chg="addSp modSp">
        <pc:chgData name="Robin Carraway" userId="1a99621e-78e1-4542-bebd-b614a66eedc8" providerId="ADAL" clId="{9C924171-A346-473D-BBC5-C2C5B563AC9D}" dt="2025-10-23T21:40:47.752" v="899" actId="14100"/>
        <pc:sldMkLst>
          <pc:docMk/>
          <pc:sldMk cId="2838370849" sldId="262"/>
        </pc:sldMkLst>
        <pc:spChg chg="mod">
          <ac:chgData name="Robin Carraway" userId="1a99621e-78e1-4542-bebd-b614a66eedc8" providerId="ADAL" clId="{9C924171-A346-473D-BBC5-C2C5B563AC9D}" dt="2025-10-16T20:42:14.359" v="8" actId="113"/>
          <ac:spMkLst>
            <pc:docMk/>
            <pc:sldMk cId="2838370849" sldId="262"/>
            <ac:spMk id="4" creationId="{8409D417-9441-4D7D-0FC9-FEC0A5286FF8}"/>
          </ac:spMkLst>
        </pc:spChg>
        <pc:picChg chg="add mod">
          <ac:chgData name="Robin Carraway" userId="1a99621e-78e1-4542-bebd-b614a66eedc8" providerId="ADAL" clId="{9C924171-A346-473D-BBC5-C2C5B563AC9D}" dt="2025-10-23T21:40:47.752" v="899" actId="14100"/>
          <ac:picMkLst>
            <pc:docMk/>
            <pc:sldMk cId="2838370849" sldId="262"/>
            <ac:picMk id="3" creationId="{109785C9-B913-42D3-9E43-D65FBB7E5AFB}"/>
          </ac:picMkLst>
        </pc:picChg>
      </pc:sldChg>
      <pc:sldChg chg="addSp modSp">
        <pc:chgData name="Robin Carraway" userId="1a99621e-78e1-4542-bebd-b614a66eedc8" providerId="ADAL" clId="{9C924171-A346-473D-BBC5-C2C5B563AC9D}" dt="2025-10-23T21:41:35.080" v="915" actId="14100"/>
        <pc:sldMkLst>
          <pc:docMk/>
          <pc:sldMk cId="723247615" sldId="263"/>
        </pc:sldMkLst>
        <pc:spChg chg="mod">
          <ac:chgData name="Robin Carraway" userId="1a99621e-78e1-4542-bebd-b614a66eedc8" providerId="ADAL" clId="{9C924171-A346-473D-BBC5-C2C5B563AC9D}" dt="2025-10-23T21:41:17.653" v="910" actId="20577"/>
          <ac:spMkLst>
            <pc:docMk/>
            <pc:sldMk cId="723247615" sldId="263"/>
            <ac:spMk id="3" creationId="{615B9BE8-9EC1-E685-B80E-1A7F21C2081D}"/>
          </ac:spMkLst>
        </pc:spChg>
        <pc:picChg chg="add mod">
          <ac:chgData name="Robin Carraway" userId="1a99621e-78e1-4542-bebd-b614a66eedc8" providerId="ADAL" clId="{9C924171-A346-473D-BBC5-C2C5B563AC9D}" dt="2025-10-23T21:41:35.080" v="915" actId="14100"/>
          <ac:picMkLst>
            <pc:docMk/>
            <pc:sldMk cId="723247615" sldId="263"/>
            <ac:picMk id="6" creationId="{3A09D9CD-D8A3-415F-ADE8-97D4F12684D6}"/>
          </ac:picMkLst>
        </pc:picChg>
      </pc:sldChg>
      <pc:sldChg chg="addSp modSp">
        <pc:chgData name="Robin Carraway" userId="1a99621e-78e1-4542-bebd-b614a66eedc8" providerId="ADAL" clId="{9C924171-A346-473D-BBC5-C2C5B563AC9D}" dt="2025-10-23T21:42:12.796" v="924" actId="1076"/>
        <pc:sldMkLst>
          <pc:docMk/>
          <pc:sldMk cId="2033929511" sldId="268"/>
        </pc:sldMkLst>
        <pc:spChg chg="mod">
          <ac:chgData name="Robin Carraway" userId="1a99621e-78e1-4542-bebd-b614a66eedc8" providerId="ADAL" clId="{9C924171-A346-473D-BBC5-C2C5B563AC9D}" dt="2025-10-23T21:42:07.174" v="923" actId="20577"/>
          <ac:spMkLst>
            <pc:docMk/>
            <pc:sldMk cId="2033929511" sldId="268"/>
            <ac:spMk id="3" creationId="{D7C48AE0-54D0-9ED8-608B-76F94782FD25}"/>
          </ac:spMkLst>
        </pc:spChg>
        <pc:picChg chg="add mod">
          <ac:chgData name="Robin Carraway" userId="1a99621e-78e1-4542-bebd-b614a66eedc8" providerId="ADAL" clId="{9C924171-A346-473D-BBC5-C2C5B563AC9D}" dt="2025-10-23T21:42:12.796" v="924" actId="1076"/>
          <ac:picMkLst>
            <pc:docMk/>
            <pc:sldMk cId="2033929511" sldId="268"/>
            <ac:picMk id="4" creationId="{747473C8-7912-4904-886A-DC6A7B6FA2D0}"/>
          </ac:picMkLst>
        </pc:picChg>
      </pc:sldChg>
      <pc:sldChg chg="addSp modSp">
        <pc:chgData name="Robin Carraway" userId="1a99621e-78e1-4542-bebd-b614a66eedc8" providerId="ADAL" clId="{9C924171-A346-473D-BBC5-C2C5B563AC9D}" dt="2025-10-23T21:42:46.140" v="937" actId="20577"/>
        <pc:sldMkLst>
          <pc:docMk/>
          <pc:sldMk cId="1305915466" sldId="269"/>
        </pc:sldMkLst>
        <pc:spChg chg="mod">
          <ac:chgData name="Robin Carraway" userId="1a99621e-78e1-4542-bebd-b614a66eedc8" providerId="ADAL" clId="{9C924171-A346-473D-BBC5-C2C5B563AC9D}" dt="2025-10-23T21:42:46.140" v="937" actId="20577"/>
          <ac:spMkLst>
            <pc:docMk/>
            <pc:sldMk cId="1305915466" sldId="269"/>
            <ac:spMk id="4" creationId="{8421E38F-1236-35D9-E8CD-403CCD772ACD}"/>
          </ac:spMkLst>
        </pc:spChg>
        <pc:picChg chg="add mod">
          <ac:chgData name="Robin Carraway" userId="1a99621e-78e1-4542-bebd-b614a66eedc8" providerId="ADAL" clId="{9C924171-A346-473D-BBC5-C2C5B563AC9D}" dt="2025-10-23T21:42:33.260" v="929" actId="14100"/>
          <ac:picMkLst>
            <pc:docMk/>
            <pc:sldMk cId="1305915466" sldId="269"/>
            <ac:picMk id="3" creationId="{449D24D5-FDFD-41B9-AFD0-850D00454C65}"/>
          </ac:picMkLst>
        </pc:picChg>
      </pc:sldChg>
      <pc:sldChg chg="addSp modSp">
        <pc:chgData name="Robin Carraway" userId="1a99621e-78e1-4542-bebd-b614a66eedc8" providerId="ADAL" clId="{9C924171-A346-473D-BBC5-C2C5B563AC9D}" dt="2025-10-23T21:44:08.117" v="969" actId="20577"/>
        <pc:sldMkLst>
          <pc:docMk/>
          <pc:sldMk cId="730027425" sldId="270"/>
        </pc:sldMkLst>
        <pc:spChg chg="mod">
          <ac:chgData name="Robin Carraway" userId="1a99621e-78e1-4542-bebd-b614a66eedc8" providerId="ADAL" clId="{9C924171-A346-473D-BBC5-C2C5B563AC9D}" dt="2025-10-23T21:44:08.117" v="969" actId="20577"/>
          <ac:spMkLst>
            <pc:docMk/>
            <pc:sldMk cId="730027425" sldId="270"/>
            <ac:spMk id="3" creationId="{FDAA5130-3CB4-0805-9B2E-A0BE0EEF9B4C}"/>
          </ac:spMkLst>
        </pc:spChg>
        <pc:picChg chg="add mod">
          <ac:chgData name="Robin Carraway" userId="1a99621e-78e1-4542-bebd-b614a66eedc8" providerId="ADAL" clId="{9C924171-A346-473D-BBC5-C2C5B563AC9D}" dt="2025-10-23T21:43:35.273" v="950" actId="14100"/>
          <ac:picMkLst>
            <pc:docMk/>
            <pc:sldMk cId="730027425" sldId="270"/>
            <ac:picMk id="4" creationId="{B69C8BD4-25F3-459C-BF7E-3E671A84E98A}"/>
          </ac:picMkLst>
        </pc:picChg>
      </pc:sldChg>
      <pc:sldChg chg="modSp">
        <pc:chgData name="Robin Carraway" userId="1a99621e-78e1-4542-bebd-b614a66eedc8" providerId="ADAL" clId="{9C924171-A346-473D-BBC5-C2C5B563AC9D}" dt="2025-10-23T21:44:34.230" v="972" actId="403"/>
        <pc:sldMkLst>
          <pc:docMk/>
          <pc:sldMk cId="3732538634" sldId="275"/>
        </pc:sldMkLst>
        <pc:spChg chg="mod">
          <ac:chgData name="Robin Carraway" userId="1a99621e-78e1-4542-bebd-b614a66eedc8" providerId="ADAL" clId="{9C924171-A346-473D-BBC5-C2C5B563AC9D}" dt="2025-10-23T21:44:34.230" v="972" actId="403"/>
          <ac:spMkLst>
            <pc:docMk/>
            <pc:sldMk cId="3732538634" sldId="275"/>
            <ac:spMk id="4" creationId="{6EDEE36F-125A-2C32-BC3F-9CF58433272D}"/>
          </ac:spMkLst>
        </pc:spChg>
      </pc:sldChg>
      <pc:sldChg chg="modSp">
        <pc:chgData name="Robin Carraway" userId="1a99621e-78e1-4542-bebd-b614a66eedc8" providerId="ADAL" clId="{9C924171-A346-473D-BBC5-C2C5B563AC9D}" dt="2025-10-23T21:45:24.400" v="988" actId="20577"/>
        <pc:sldMkLst>
          <pc:docMk/>
          <pc:sldMk cId="2158581001" sldId="276"/>
        </pc:sldMkLst>
        <pc:spChg chg="mod">
          <ac:chgData name="Robin Carraway" userId="1a99621e-78e1-4542-bebd-b614a66eedc8" providerId="ADAL" clId="{9C924171-A346-473D-BBC5-C2C5B563AC9D}" dt="2025-10-23T21:45:24.400" v="988" actId="20577"/>
          <ac:spMkLst>
            <pc:docMk/>
            <pc:sldMk cId="2158581001" sldId="276"/>
            <ac:spMk id="7" creationId="{021152DF-459B-4C29-B3C1-7D76DBBD594B}"/>
          </ac:spMkLst>
        </pc:spChg>
      </pc:sldChg>
      <pc:sldChg chg="modSp">
        <pc:chgData name="Robin Carraway" userId="1a99621e-78e1-4542-bebd-b614a66eedc8" providerId="ADAL" clId="{9C924171-A346-473D-BBC5-C2C5B563AC9D}" dt="2025-10-23T21:46:07.188" v="1003" actId="14100"/>
        <pc:sldMkLst>
          <pc:docMk/>
          <pc:sldMk cId="503636072" sldId="279"/>
        </pc:sldMkLst>
        <pc:spChg chg="mod">
          <ac:chgData name="Robin Carraway" userId="1a99621e-78e1-4542-bebd-b614a66eedc8" providerId="ADAL" clId="{9C924171-A346-473D-BBC5-C2C5B563AC9D}" dt="2025-10-23T21:46:07.188" v="1003" actId="14100"/>
          <ac:spMkLst>
            <pc:docMk/>
            <pc:sldMk cId="503636072" sldId="279"/>
            <ac:spMk id="3" creationId="{74EAED06-76D2-2E15-EFFB-C8D81033358B}"/>
          </ac:spMkLst>
        </pc:spChg>
      </pc:sldChg>
      <pc:sldChg chg="modSp">
        <pc:chgData name="Robin Carraway" userId="1a99621e-78e1-4542-bebd-b614a66eedc8" providerId="ADAL" clId="{9C924171-A346-473D-BBC5-C2C5B563AC9D}" dt="2025-10-23T21:47:00.350" v="1025" actId="20577"/>
        <pc:sldMkLst>
          <pc:docMk/>
          <pc:sldMk cId="1308056534" sldId="280"/>
        </pc:sldMkLst>
        <pc:spChg chg="mod">
          <ac:chgData name="Robin Carraway" userId="1a99621e-78e1-4542-bebd-b614a66eedc8" providerId="ADAL" clId="{9C924171-A346-473D-BBC5-C2C5B563AC9D}" dt="2025-10-23T21:47:00.350" v="1025" actId="20577"/>
          <ac:spMkLst>
            <pc:docMk/>
            <pc:sldMk cId="1308056534" sldId="280"/>
            <ac:spMk id="4" creationId="{29AD9ED6-BF36-B506-F495-81429C3D73FE}"/>
          </ac:spMkLst>
        </pc:spChg>
      </pc:sldChg>
      <pc:sldChg chg="modSp">
        <pc:chgData name="Robin Carraway" userId="1a99621e-78e1-4542-bebd-b614a66eedc8" providerId="ADAL" clId="{9C924171-A346-473D-BBC5-C2C5B563AC9D}" dt="2025-10-23T21:48:16.743" v="1087" actId="403"/>
        <pc:sldMkLst>
          <pc:docMk/>
          <pc:sldMk cId="3467860576" sldId="281"/>
        </pc:sldMkLst>
        <pc:spChg chg="mod">
          <ac:chgData name="Robin Carraway" userId="1a99621e-78e1-4542-bebd-b614a66eedc8" providerId="ADAL" clId="{9C924171-A346-473D-BBC5-C2C5B563AC9D}" dt="2025-10-23T21:48:16.743" v="1087" actId="403"/>
          <ac:spMkLst>
            <pc:docMk/>
            <pc:sldMk cId="3467860576" sldId="281"/>
            <ac:spMk id="4" creationId="{29AD9ED6-BF36-B506-F495-81429C3D73FE}"/>
          </ac:spMkLst>
        </pc:spChg>
      </pc:sldChg>
      <pc:sldChg chg="modSp">
        <pc:chgData name="Robin Carraway" userId="1a99621e-78e1-4542-bebd-b614a66eedc8" providerId="ADAL" clId="{9C924171-A346-473D-BBC5-C2C5B563AC9D}" dt="2025-10-23T21:49:37.898" v="1108" actId="27636"/>
        <pc:sldMkLst>
          <pc:docMk/>
          <pc:sldMk cId="2488268123" sldId="282"/>
        </pc:sldMkLst>
        <pc:spChg chg="mod">
          <ac:chgData name="Robin Carraway" userId="1a99621e-78e1-4542-bebd-b614a66eedc8" providerId="ADAL" clId="{9C924171-A346-473D-BBC5-C2C5B563AC9D}" dt="2025-10-23T21:49:37.898" v="1108" actId="27636"/>
          <ac:spMkLst>
            <pc:docMk/>
            <pc:sldMk cId="2488268123" sldId="282"/>
            <ac:spMk id="4" creationId="{29AD9ED6-BF36-B506-F495-81429C3D73FE}"/>
          </ac:spMkLst>
        </pc:spChg>
      </pc:sldChg>
      <pc:sldChg chg="modSp">
        <pc:chgData name="Robin Carraway" userId="1a99621e-78e1-4542-bebd-b614a66eedc8" providerId="ADAL" clId="{9C924171-A346-473D-BBC5-C2C5B563AC9D}" dt="2025-10-23T21:49:30.253" v="1106" actId="14100"/>
        <pc:sldMkLst>
          <pc:docMk/>
          <pc:sldMk cId="2109494124" sldId="283"/>
        </pc:sldMkLst>
        <pc:spChg chg="mod">
          <ac:chgData name="Robin Carraway" userId="1a99621e-78e1-4542-bebd-b614a66eedc8" providerId="ADAL" clId="{9C924171-A346-473D-BBC5-C2C5B563AC9D}" dt="2025-10-23T21:49:30.253" v="1106" actId="14100"/>
          <ac:spMkLst>
            <pc:docMk/>
            <pc:sldMk cId="2109494124" sldId="283"/>
            <ac:spMk id="3" creationId="{FA15EAAE-1174-83EA-335D-B9F3367EA22C}"/>
          </ac:spMkLst>
        </pc:spChg>
      </pc:sldChg>
      <pc:sldChg chg="modSp">
        <pc:chgData name="Robin Carraway" userId="1a99621e-78e1-4542-bebd-b614a66eedc8" providerId="ADAL" clId="{9C924171-A346-473D-BBC5-C2C5B563AC9D}" dt="2025-10-23T21:51:17.053" v="1146" actId="1076"/>
        <pc:sldMkLst>
          <pc:docMk/>
          <pc:sldMk cId="1591065577" sldId="284"/>
        </pc:sldMkLst>
        <pc:spChg chg="mod">
          <ac:chgData name="Robin Carraway" userId="1a99621e-78e1-4542-bebd-b614a66eedc8" providerId="ADAL" clId="{9C924171-A346-473D-BBC5-C2C5B563AC9D}" dt="2025-10-23T21:50:38.567" v="1139" actId="1076"/>
          <ac:spMkLst>
            <pc:docMk/>
            <pc:sldMk cId="1591065577" sldId="284"/>
            <ac:spMk id="2" creationId="{FC899AD9-21DB-48CE-78DD-CC01B713A5B0}"/>
          </ac:spMkLst>
        </pc:spChg>
        <pc:spChg chg="mod">
          <ac:chgData name="Robin Carraway" userId="1a99621e-78e1-4542-bebd-b614a66eedc8" providerId="ADAL" clId="{9C924171-A346-473D-BBC5-C2C5B563AC9D}" dt="2025-10-23T21:50:41.204" v="1140" actId="1076"/>
          <ac:spMkLst>
            <pc:docMk/>
            <pc:sldMk cId="1591065577" sldId="284"/>
            <ac:spMk id="3" creationId="{F3D38715-D8C5-1DAA-D178-104E99B0E720}"/>
          </ac:spMkLst>
        </pc:spChg>
        <pc:picChg chg="mod modCrop">
          <ac:chgData name="Robin Carraway" userId="1a99621e-78e1-4542-bebd-b614a66eedc8" providerId="ADAL" clId="{9C924171-A346-473D-BBC5-C2C5B563AC9D}" dt="2025-10-23T21:51:17.053" v="1146" actId="1076"/>
          <ac:picMkLst>
            <pc:docMk/>
            <pc:sldMk cId="1591065577" sldId="284"/>
            <ac:picMk id="5" creationId="{CAEAF5C6-0ED4-D287-5D86-CBC5B91D025A}"/>
          </ac:picMkLst>
        </pc:picChg>
      </pc:sldChg>
      <pc:sldChg chg="modSp">
        <pc:chgData name="Robin Carraway" userId="1a99621e-78e1-4542-bebd-b614a66eedc8" providerId="ADAL" clId="{9C924171-A346-473D-BBC5-C2C5B563AC9D}" dt="2025-10-23T21:53:12.188" v="1193" actId="15"/>
        <pc:sldMkLst>
          <pc:docMk/>
          <pc:sldMk cId="2661964605" sldId="285"/>
        </pc:sldMkLst>
        <pc:spChg chg="mod">
          <ac:chgData name="Robin Carraway" userId="1a99621e-78e1-4542-bebd-b614a66eedc8" providerId="ADAL" clId="{9C924171-A346-473D-BBC5-C2C5B563AC9D}" dt="2025-10-23T21:51:29.749" v="1147" actId="14100"/>
          <ac:spMkLst>
            <pc:docMk/>
            <pc:sldMk cId="2661964605" sldId="285"/>
            <ac:spMk id="2" creationId="{0F6C5C02-0577-4EED-936A-4EE1ECE0EA9F}"/>
          </ac:spMkLst>
        </pc:spChg>
        <pc:spChg chg="mod">
          <ac:chgData name="Robin Carraway" userId="1a99621e-78e1-4542-bebd-b614a66eedc8" providerId="ADAL" clId="{9C924171-A346-473D-BBC5-C2C5B563AC9D}" dt="2025-10-23T21:53:12.188" v="1193" actId="15"/>
          <ac:spMkLst>
            <pc:docMk/>
            <pc:sldMk cId="2661964605" sldId="285"/>
            <ac:spMk id="3" creationId="{B5D2B8A2-92AB-74D6-D684-343D8B43BD3E}"/>
          </ac:spMkLst>
        </pc:spChg>
        <pc:picChg chg="mod">
          <ac:chgData name="Robin Carraway" userId="1a99621e-78e1-4542-bebd-b614a66eedc8" providerId="ADAL" clId="{9C924171-A346-473D-BBC5-C2C5B563AC9D}" dt="2025-10-23T21:51:42.064" v="1151" actId="1076"/>
          <ac:picMkLst>
            <pc:docMk/>
            <pc:sldMk cId="2661964605" sldId="285"/>
            <ac:picMk id="5" creationId="{CF3D4A9F-83EA-45F7-A74C-F1EC1BD7F177}"/>
          </ac:picMkLst>
        </pc:picChg>
      </pc:sldChg>
      <pc:sldChg chg="modSp">
        <pc:chgData name="Robin Carraway" userId="1a99621e-78e1-4542-bebd-b614a66eedc8" providerId="ADAL" clId="{9C924171-A346-473D-BBC5-C2C5B563AC9D}" dt="2025-10-23T21:54:52.900" v="1225" actId="20577"/>
        <pc:sldMkLst>
          <pc:docMk/>
          <pc:sldMk cId="146385086" sldId="286"/>
        </pc:sldMkLst>
        <pc:spChg chg="mod">
          <ac:chgData name="Robin Carraway" userId="1a99621e-78e1-4542-bebd-b614a66eedc8" providerId="ADAL" clId="{9C924171-A346-473D-BBC5-C2C5B563AC9D}" dt="2025-10-23T21:54:09.358" v="1202" actId="27636"/>
          <ac:spMkLst>
            <pc:docMk/>
            <pc:sldMk cId="146385086" sldId="286"/>
            <ac:spMk id="3" creationId="{81BE3B2A-A824-40D3-2850-08CA93CE5FB1}"/>
          </ac:spMkLst>
        </pc:spChg>
        <pc:spChg chg="mod">
          <ac:chgData name="Robin Carraway" userId="1a99621e-78e1-4542-bebd-b614a66eedc8" providerId="ADAL" clId="{9C924171-A346-473D-BBC5-C2C5B563AC9D}" dt="2025-10-23T21:54:52.900" v="1225" actId="20577"/>
          <ac:spMkLst>
            <pc:docMk/>
            <pc:sldMk cId="146385086" sldId="286"/>
            <ac:spMk id="4" creationId="{D0ACC10A-3869-85DE-0B6B-AC74976E152C}"/>
          </ac:spMkLst>
        </pc:spChg>
      </pc:sldChg>
      <pc:sldChg chg="addSp delSp modSp">
        <pc:chgData name="Robin Carraway" userId="1a99621e-78e1-4542-bebd-b614a66eedc8" providerId="ADAL" clId="{9C924171-A346-473D-BBC5-C2C5B563AC9D}" dt="2025-10-23T21:56:22.620" v="1252" actId="1076"/>
        <pc:sldMkLst>
          <pc:docMk/>
          <pc:sldMk cId="98672473" sldId="288"/>
        </pc:sldMkLst>
        <pc:spChg chg="mod">
          <ac:chgData name="Robin Carraway" userId="1a99621e-78e1-4542-bebd-b614a66eedc8" providerId="ADAL" clId="{9C924171-A346-473D-BBC5-C2C5B563AC9D}" dt="2025-10-23T21:56:22.620" v="1252" actId="1076"/>
          <ac:spMkLst>
            <pc:docMk/>
            <pc:sldMk cId="98672473" sldId="288"/>
            <ac:spMk id="3" creationId="{BB476C12-7953-4AD0-0B97-675FCE72ED64}"/>
          </ac:spMkLst>
        </pc:spChg>
        <pc:spChg chg="add mod">
          <ac:chgData name="Robin Carraway" userId="1a99621e-78e1-4542-bebd-b614a66eedc8" providerId="ADAL" clId="{9C924171-A346-473D-BBC5-C2C5B563AC9D}" dt="2025-10-23T21:56:00.387" v="1248" actId="27636"/>
          <ac:spMkLst>
            <pc:docMk/>
            <pc:sldMk cId="98672473" sldId="288"/>
            <ac:spMk id="6" creationId="{29C374C9-B439-439C-A2C8-55D0D4083D4F}"/>
          </ac:spMkLst>
        </pc:spChg>
        <pc:picChg chg="del mod modCrop">
          <ac:chgData name="Robin Carraway" userId="1a99621e-78e1-4542-bebd-b614a66eedc8" providerId="ADAL" clId="{9C924171-A346-473D-BBC5-C2C5B563AC9D}" dt="2025-10-23T21:55:39.031" v="1234" actId="478"/>
          <ac:picMkLst>
            <pc:docMk/>
            <pc:sldMk cId="98672473" sldId="288"/>
            <ac:picMk id="5" creationId="{623C1B97-D4C4-2445-2277-FF9D7F982D23}"/>
          </ac:picMkLst>
        </pc:picChg>
      </pc:sldChg>
      <pc:sldChg chg="modSp">
        <pc:chgData name="Robin Carraway" userId="1a99621e-78e1-4542-bebd-b614a66eedc8" providerId="ADAL" clId="{9C924171-A346-473D-BBC5-C2C5B563AC9D}" dt="2025-10-23T21:55:28.385" v="1232" actId="20577"/>
        <pc:sldMkLst>
          <pc:docMk/>
          <pc:sldMk cId="1243949612" sldId="289"/>
        </pc:sldMkLst>
        <pc:spChg chg="mod">
          <ac:chgData name="Robin Carraway" userId="1a99621e-78e1-4542-bebd-b614a66eedc8" providerId="ADAL" clId="{9C924171-A346-473D-BBC5-C2C5B563AC9D}" dt="2025-10-23T21:55:28.385" v="1232" actId="20577"/>
          <ac:spMkLst>
            <pc:docMk/>
            <pc:sldMk cId="1243949612" sldId="289"/>
            <ac:spMk id="4" creationId="{DED6D434-D3BD-8D2F-9143-CD4161B43532}"/>
          </ac:spMkLst>
        </pc:spChg>
      </pc:sldChg>
      <pc:sldChg chg="modSp">
        <pc:chgData name="Robin Carraway" userId="1a99621e-78e1-4542-bebd-b614a66eedc8" providerId="ADAL" clId="{9C924171-A346-473D-BBC5-C2C5B563AC9D}" dt="2025-10-23T21:58:57.041" v="1282" actId="27636"/>
        <pc:sldMkLst>
          <pc:docMk/>
          <pc:sldMk cId="2323229340" sldId="291"/>
        </pc:sldMkLst>
        <pc:spChg chg="mod">
          <ac:chgData name="Robin Carraway" userId="1a99621e-78e1-4542-bebd-b614a66eedc8" providerId="ADAL" clId="{9C924171-A346-473D-BBC5-C2C5B563AC9D}" dt="2025-10-16T20:51:43.577" v="284" actId="20577"/>
          <ac:spMkLst>
            <pc:docMk/>
            <pc:sldMk cId="2323229340" sldId="291"/>
            <ac:spMk id="2" creationId="{06205FA5-C4AD-651D-E927-C73C51712206}"/>
          </ac:spMkLst>
        </pc:spChg>
        <pc:spChg chg="mod">
          <ac:chgData name="Robin Carraway" userId="1a99621e-78e1-4542-bebd-b614a66eedc8" providerId="ADAL" clId="{9C924171-A346-473D-BBC5-C2C5B563AC9D}" dt="2025-10-23T21:58:57.041" v="1282" actId="27636"/>
          <ac:spMkLst>
            <pc:docMk/>
            <pc:sldMk cId="2323229340" sldId="291"/>
            <ac:spMk id="4" creationId="{5DE8044B-551F-CAD2-B1E3-957C7474ADA4}"/>
          </ac:spMkLst>
        </pc:spChg>
      </pc:sldChg>
      <pc:sldChg chg="modSp">
        <pc:chgData name="Robin Carraway" userId="1a99621e-78e1-4542-bebd-b614a66eedc8" providerId="ADAL" clId="{9C924171-A346-473D-BBC5-C2C5B563AC9D}" dt="2025-10-23T22:00:24.758" v="1353" actId="20577"/>
        <pc:sldMkLst>
          <pc:docMk/>
          <pc:sldMk cId="826135276" sldId="292"/>
        </pc:sldMkLst>
        <pc:spChg chg="mod ord">
          <ac:chgData name="Robin Carraway" userId="1a99621e-78e1-4542-bebd-b614a66eedc8" providerId="ADAL" clId="{9C924171-A346-473D-BBC5-C2C5B563AC9D}" dt="2025-10-23T22:00:24.758" v="1353" actId="20577"/>
          <ac:spMkLst>
            <pc:docMk/>
            <pc:sldMk cId="826135276" sldId="292"/>
            <ac:spMk id="3" creationId="{75BE237B-2C29-ADA0-8194-A7C71435EEF0}"/>
          </ac:spMkLst>
        </pc:spChg>
        <pc:picChg chg="mod">
          <ac:chgData name="Robin Carraway" userId="1a99621e-78e1-4542-bebd-b614a66eedc8" providerId="ADAL" clId="{9C924171-A346-473D-BBC5-C2C5B563AC9D}" dt="2025-10-23T21:59:29.860" v="1301" actId="14100"/>
          <ac:picMkLst>
            <pc:docMk/>
            <pc:sldMk cId="826135276" sldId="292"/>
            <ac:picMk id="8" creationId="{7ED5F705-9054-31C4-1331-9AE3E8E661A1}"/>
          </ac:picMkLst>
        </pc:picChg>
      </pc:sldChg>
      <pc:sldChg chg="addSp delSp modSp">
        <pc:chgData name="Robin Carraway" userId="1a99621e-78e1-4542-bebd-b614a66eedc8" providerId="ADAL" clId="{9C924171-A346-473D-BBC5-C2C5B563AC9D}" dt="2025-10-23T22:01:34.408" v="1377" actId="20577"/>
        <pc:sldMkLst>
          <pc:docMk/>
          <pc:sldMk cId="2064159087" sldId="293"/>
        </pc:sldMkLst>
        <pc:spChg chg="mod">
          <ac:chgData name="Robin Carraway" userId="1a99621e-78e1-4542-bebd-b614a66eedc8" providerId="ADAL" clId="{9C924171-A346-473D-BBC5-C2C5B563AC9D}" dt="2025-10-23T22:01:34.408" v="1377" actId="20577"/>
          <ac:spMkLst>
            <pc:docMk/>
            <pc:sldMk cId="2064159087" sldId="293"/>
            <ac:spMk id="4" creationId="{1907722F-2F7E-86A4-BEC6-286703D91232}"/>
          </ac:spMkLst>
        </pc:spChg>
        <pc:spChg chg="add del mod">
          <ac:chgData name="Robin Carraway" userId="1a99621e-78e1-4542-bebd-b614a66eedc8" providerId="ADAL" clId="{9C924171-A346-473D-BBC5-C2C5B563AC9D}" dt="2025-10-23T22:00:49.512" v="1356"/>
          <ac:spMkLst>
            <pc:docMk/>
            <pc:sldMk cId="2064159087" sldId="293"/>
            <ac:spMk id="6" creationId="{1A5C2B87-FB22-4F9D-93E8-6F48F7422CEA}"/>
          </ac:spMkLst>
        </pc:spChg>
        <pc:picChg chg="del mod">
          <ac:chgData name="Robin Carraway" userId="1a99621e-78e1-4542-bebd-b614a66eedc8" providerId="ADAL" clId="{9C924171-A346-473D-BBC5-C2C5B563AC9D}" dt="2025-10-23T22:00:42.152" v="1355" actId="478"/>
          <ac:picMkLst>
            <pc:docMk/>
            <pc:sldMk cId="2064159087" sldId="293"/>
            <ac:picMk id="5" creationId="{7802CC2C-4CB3-ABCB-BF54-AD53D807F398}"/>
          </ac:picMkLst>
        </pc:picChg>
      </pc:sldChg>
      <pc:sldChg chg="modSp">
        <pc:chgData name="Robin Carraway" userId="1a99621e-78e1-4542-bebd-b614a66eedc8" providerId="ADAL" clId="{9C924171-A346-473D-BBC5-C2C5B563AC9D}" dt="2025-10-23T22:03:08.338" v="1401" actId="20577"/>
        <pc:sldMkLst>
          <pc:docMk/>
          <pc:sldMk cId="218778900" sldId="302"/>
        </pc:sldMkLst>
        <pc:spChg chg="mod">
          <ac:chgData name="Robin Carraway" userId="1a99621e-78e1-4542-bebd-b614a66eedc8" providerId="ADAL" clId="{9C924171-A346-473D-BBC5-C2C5B563AC9D}" dt="2025-10-23T22:03:08.338" v="1401" actId="20577"/>
          <ac:spMkLst>
            <pc:docMk/>
            <pc:sldMk cId="218778900" sldId="302"/>
            <ac:spMk id="3" creationId="{685E52F9-2ECA-1600-B208-AE247B306566}"/>
          </ac:spMkLst>
        </pc:spChg>
        <pc:picChg chg="mod">
          <ac:chgData name="Robin Carraway" userId="1a99621e-78e1-4542-bebd-b614a66eedc8" providerId="ADAL" clId="{9C924171-A346-473D-BBC5-C2C5B563AC9D}" dt="2025-10-16T21:02:41.881" v="685" actId="1076"/>
          <ac:picMkLst>
            <pc:docMk/>
            <pc:sldMk cId="218778900" sldId="302"/>
            <ac:picMk id="4" creationId="{DF73BFA9-EBD9-08D1-9C03-198D9C307F7C}"/>
          </ac:picMkLst>
        </pc:picChg>
      </pc:sldChg>
      <pc:sldChg chg="modSp">
        <pc:chgData name="Robin Carraway" userId="1a99621e-78e1-4542-bebd-b614a66eedc8" providerId="ADAL" clId="{9C924171-A346-473D-BBC5-C2C5B563AC9D}" dt="2025-10-23T22:26:12.933" v="1412" actId="20577"/>
        <pc:sldMkLst>
          <pc:docMk/>
          <pc:sldMk cId="2788863407" sldId="305"/>
        </pc:sldMkLst>
        <pc:spChg chg="mod">
          <ac:chgData name="Robin Carraway" userId="1a99621e-78e1-4542-bebd-b614a66eedc8" providerId="ADAL" clId="{9C924171-A346-473D-BBC5-C2C5B563AC9D}" dt="2025-10-23T22:26:12.933" v="1412" actId="20577"/>
          <ac:spMkLst>
            <pc:docMk/>
            <pc:sldMk cId="2788863407" sldId="305"/>
            <ac:spMk id="4" creationId="{840B6218-1F20-DAC2-2C9B-56CC9FCF724B}"/>
          </ac:spMkLst>
        </pc:spChg>
        <pc:picChg chg="mod">
          <ac:chgData name="Robin Carraway" userId="1a99621e-78e1-4542-bebd-b614a66eedc8" providerId="ADAL" clId="{9C924171-A346-473D-BBC5-C2C5B563AC9D}" dt="2025-10-16T21:06:17.961" v="783" actId="14100"/>
          <ac:picMkLst>
            <pc:docMk/>
            <pc:sldMk cId="2788863407" sldId="305"/>
            <ac:picMk id="5" creationId="{29DF7669-A464-9CA3-EB5A-B864B21FE0E8}"/>
          </ac:picMkLst>
        </pc:picChg>
      </pc:sldChg>
      <pc:sldChg chg="modSp">
        <pc:chgData name="Robin Carraway" userId="1a99621e-78e1-4542-bebd-b614a66eedc8" providerId="ADAL" clId="{9C924171-A346-473D-BBC5-C2C5B563AC9D}" dt="2025-10-23T22:27:38.203" v="1454" actId="20577"/>
        <pc:sldMkLst>
          <pc:docMk/>
          <pc:sldMk cId="1571058186" sldId="306"/>
        </pc:sldMkLst>
        <pc:spChg chg="mod">
          <ac:chgData name="Robin Carraway" userId="1a99621e-78e1-4542-bebd-b614a66eedc8" providerId="ADAL" clId="{9C924171-A346-473D-BBC5-C2C5B563AC9D}" dt="2025-10-23T22:27:38.203" v="1454" actId="20577"/>
          <ac:spMkLst>
            <pc:docMk/>
            <pc:sldMk cId="1571058186" sldId="306"/>
            <ac:spMk id="3" creationId="{C742E06A-0068-52B7-1227-5A726EB20186}"/>
          </ac:spMkLst>
        </pc:spChg>
      </pc:sldChg>
      <pc:sldChg chg="modSp">
        <pc:chgData name="Robin Carraway" userId="1a99621e-78e1-4542-bebd-b614a66eedc8" providerId="ADAL" clId="{9C924171-A346-473D-BBC5-C2C5B563AC9D}" dt="2025-10-23T22:28:28.774" v="1473" actId="14100"/>
        <pc:sldMkLst>
          <pc:docMk/>
          <pc:sldMk cId="1166215687" sldId="307"/>
        </pc:sldMkLst>
        <pc:spChg chg="mod">
          <ac:chgData name="Robin Carraway" userId="1a99621e-78e1-4542-bebd-b614a66eedc8" providerId="ADAL" clId="{9C924171-A346-473D-BBC5-C2C5B563AC9D}" dt="2025-10-23T22:28:28.774" v="1473" actId="14100"/>
          <ac:spMkLst>
            <pc:docMk/>
            <pc:sldMk cId="1166215687" sldId="307"/>
            <ac:spMk id="2" creationId="{9DA06BDF-BEB7-E491-F860-F8782B65E21C}"/>
          </ac:spMkLst>
        </pc:spChg>
        <pc:spChg chg="mod">
          <ac:chgData name="Robin Carraway" userId="1a99621e-78e1-4542-bebd-b614a66eedc8" providerId="ADAL" clId="{9C924171-A346-473D-BBC5-C2C5B563AC9D}" dt="2025-10-23T22:28:13.227" v="1470" actId="1076"/>
          <ac:spMkLst>
            <pc:docMk/>
            <pc:sldMk cId="1166215687" sldId="307"/>
            <ac:spMk id="3" creationId="{DCE1095B-1739-DB68-1460-6657C8C22E03}"/>
          </ac:spMkLst>
        </pc:spChg>
        <pc:picChg chg="mod">
          <ac:chgData name="Robin Carraway" userId="1a99621e-78e1-4542-bebd-b614a66eedc8" providerId="ADAL" clId="{9C924171-A346-473D-BBC5-C2C5B563AC9D}" dt="2025-10-23T22:28:21.818" v="1472" actId="1076"/>
          <ac:picMkLst>
            <pc:docMk/>
            <pc:sldMk cId="1166215687" sldId="307"/>
            <ac:picMk id="4" creationId="{6A512F08-BA24-643D-E49F-5257B08C852D}"/>
          </ac:picMkLst>
        </pc:picChg>
      </pc:sldChg>
      <pc:sldChg chg="modSp">
        <pc:chgData name="Robin Carraway" userId="1a99621e-78e1-4542-bebd-b614a66eedc8" providerId="ADAL" clId="{9C924171-A346-473D-BBC5-C2C5B563AC9D}" dt="2025-10-23T22:28:38.504" v="1474" actId="403"/>
        <pc:sldMkLst>
          <pc:docMk/>
          <pc:sldMk cId="3267082900" sldId="309"/>
        </pc:sldMkLst>
        <pc:spChg chg="mod">
          <ac:chgData name="Robin Carraway" userId="1a99621e-78e1-4542-bebd-b614a66eedc8" providerId="ADAL" clId="{9C924171-A346-473D-BBC5-C2C5B563AC9D}" dt="2025-10-23T22:28:38.504" v="1474" actId="403"/>
          <ac:spMkLst>
            <pc:docMk/>
            <pc:sldMk cId="3267082900" sldId="309"/>
            <ac:spMk id="5" creationId="{B04EC53F-5D08-E007-3920-21521A063775}"/>
          </ac:spMkLst>
        </pc:spChg>
      </pc:sldChg>
      <pc:sldChg chg="ord">
        <pc:chgData name="Robin Carraway" userId="1a99621e-78e1-4542-bebd-b614a66eedc8" providerId="ADAL" clId="{9C924171-A346-473D-BBC5-C2C5B563AC9D}" dt="2025-10-23T22:02:46.999" v="1390"/>
        <pc:sldMkLst>
          <pc:docMk/>
          <pc:sldMk cId="1468460159" sldId="313"/>
        </pc:sldMkLst>
      </pc:sldChg>
      <pc:sldChg chg="delSp modSp add">
        <pc:chgData name="Robin Carraway" userId="1a99621e-78e1-4542-bebd-b614a66eedc8" providerId="ADAL" clId="{9C924171-A346-473D-BBC5-C2C5B563AC9D}" dt="2025-10-23T21:58:34.691" v="1277" actId="1076"/>
        <pc:sldMkLst>
          <pc:docMk/>
          <pc:sldMk cId="4260421506" sldId="314"/>
        </pc:sldMkLst>
        <pc:spChg chg="mod">
          <ac:chgData name="Robin Carraway" userId="1a99621e-78e1-4542-bebd-b614a66eedc8" providerId="ADAL" clId="{9C924171-A346-473D-BBC5-C2C5B563AC9D}" dt="2025-10-23T21:58:24.267" v="1273" actId="1076"/>
          <ac:spMkLst>
            <pc:docMk/>
            <pc:sldMk cId="4260421506" sldId="314"/>
            <ac:spMk id="2" creationId="{1250D1A8-B41A-8BED-C676-AE59D1F61904}"/>
          </ac:spMkLst>
        </pc:spChg>
        <pc:spChg chg="del mod">
          <ac:chgData name="Robin Carraway" userId="1a99621e-78e1-4542-bebd-b614a66eedc8" providerId="ADAL" clId="{9C924171-A346-473D-BBC5-C2C5B563AC9D}" dt="2025-10-23T21:57:23.664" v="1261"/>
          <ac:spMkLst>
            <pc:docMk/>
            <pc:sldMk cId="4260421506" sldId="314"/>
            <ac:spMk id="3" creationId="{BB476C12-7953-4AD0-0B97-675FCE72ED64}"/>
          </ac:spMkLst>
        </pc:spChg>
        <pc:picChg chg="mod modCrop">
          <ac:chgData name="Robin Carraway" userId="1a99621e-78e1-4542-bebd-b614a66eedc8" providerId="ADAL" clId="{9C924171-A346-473D-BBC5-C2C5B563AC9D}" dt="2025-10-23T21:58:34.691" v="1277" actId="1076"/>
          <ac:picMkLst>
            <pc:docMk/>
            <pc:sldMk cId="4260421506" sldId="314"/>
            <ac:picMk id="5" creationId="{623C1B97-D4C4-2445-2277-FF9D7F982D23}"/>
          </ac:picMkLst>
        </pc:picChg>
      </pc:sldChg>
      <pc:sldChg chg="delSp modSp add">
        <pc:chgData name="Robin Carraway" userId="1a99621e-78e1-4542-bebd-b614a66eedc8" providerId="ADAL" clId="{9C924171-A346-473D-BBC5-C2C5B563AC9D}" dt="2025-10-23T22:02:29.302" v="1388" actId="1076"/>
        <pc:sldMkLst>
          <pc:docMk/>
          <pc:sldMk cId="1903358358" sldId="315"/>
        </pc:sldMkLst>
        <pc:spChg chg="mod">
          <ac:chgData name="Robin Carraway" userId="1a99621e-78e1-4542-bebd-b614a66eedc8" providerId="ADAL" clId="{9C924171-A346-473D-BBC5-C2C5B563AC9D}" dt="2025-10-23T22:02:21.103" v="1386" actId="14100"/>
          <ac:spMkLst>
            <pc:docMk/>
            <pc:sldMk cId="1903358358" sldId="315"/>
            <ac:spMk id="2" creationId="{68E5D85A-49CB-4E9C-5E21-4DD8FE4E390C}"/>
          </ac:spMkLst>
        </pc:spChg>
        <pc:spChg chg="del mod">
          <ac:chgData name="Robin Carraway" userId="1a99621e-78e1-4542-bebd-b614a66eedc8" providerId="ADAL" clId="{9C924171-A346-473D-BBC5-C2C5B563AC9D}" dt="2025-10-23T22:01:51.168" v="1379"/>
          <ac:spMkLst>
            <pc:docMk/>
            <pc:sldMk cId="1903358358" sldId="315"/>
            <ac:spMk id="4" creationId="{1907722F-2F7E-86A4-BEC6-286703D91232}"/>
          </ac:spMkLst>
        </pc:spChg>
        <pc:picChg chg="mod">
          <ac:chgData name="Robin Carraway" userId="1a99621e-78e1-4542-bebd-b614a66eedc8" providerId="ADAL" clId="{9C924171-A346-473D-BBC5-C2C5B563AC9D}" dt="2025-10-23T22:02:29.302" v="1388" actId="1076"/>
          <ac:picMkLst>
            <pc:docMk/>
            <pc:sldMk cId="1903358358" sldId="315"/>
            <ac:picMk id="5" creationId="{7802CC2C-4CB3-ABCB-BF54-AD53D807F3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1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9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84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7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02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25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1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1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3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34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43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Sa2pHZEwMs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qe4thU-os8?start=64&amp;feature=oembed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KIpDtJdK8Q?start=76&amp;feature=oembed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DZUAleWX78?feature=oembed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5F8FC7-2268-462F-AFF6-A4A975C34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tool&#10;&#10;Description automatically generated">
            <a:extLst>
              <a:ext uri="{FF2B5EF4-FFF2-40B4-BE49-F238E27FC236}">
                <a16:creationId xmlns:a16="http://schemas.microsoft.com/office/drawing/2014/main" id="{2D75B67C-88C4-42A0-77A6-847CB8F3E3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20" r="11316" b="1"/>
          <a:stretch/>
        </p:blipFill>
        <p:spPr>
          <a:xfrm>
            <a:off x="633999" y="640081"/>
            <a:ext cx="5462001" cy="505415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F45B32-FB97-49CC-B778-CA7CF87BE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C364C-8702-4ED9-9D23-41CDB298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E051E9-6C07-4FBB-B4F7-EDF8DDEA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686015"/>
          </a:xfrm>
        </p:spPr>
        <p:txBody>
          <a:bodyPr>
            <a:normAutofit/>
          </a:bodyPr>
          <a:lstStyle/>
          <a:p>
            <a:r>
              <a:rPr lang="en-US" sz="6800">
                <a:ea typeface="Calibri Light" panose="020F0302020204030204"/>
                <a:cs typeface="Calibri Light" panose="020F0302020204030204"/>
              </a:rPr>
              <a:t>MOLECULAR BIOLOGY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/>
                <a:cs typeface="Calibri Light" panose="020F0302020204030204"/>
              </a:rPr>
              <a:t>Chapters 12, 13, &amp; 14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E1D7-3234-1C45-8CAF-5897EA54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7666"/>
            <a:ext cx="10058400" cy="12192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JOHANN FRIEDRICH MIESCHER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1844-1895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E4EE-2E26-C9EF-A151-5F7484A21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44" y="1845734"/>
            <a:ext cx="5607396" cy="4467055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200" dirty="0">
                <a:cs typeface="Calibri"/>
              </a:rPr>
              <a:t>Swiss physician and biochemist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200" dirty="0">
                <a:cs typeface="Calibri"/>
              </a:rPr>
              <a:t>Researched lymphatic cells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200" dirty="0">
                <a:cs typeface="Calibri"/>
              </a:rPr>
              <a:t>Hard to extract from lymph glands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200" dirty="0">
                <a:cs typeface="Calibri"/>
              </a:rPr>
              <a:t>Easy to obtain from pus of open wounds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7030A0"/>
                </a:solidFill>
                <a:cs typeface="Calibri"/>
              </a:rPr>
              <a:t>Isolated a new molecule "</a:t>
            </a:r>
            <a:r>
              <a:rPr lang="en-US" sz="2600" b="1" dirty="0" err="1">
                <a:solidFill>
                  <a:srgbClr val="7030A0"/>
                </a:solidFill>
                <a:cs typeface="Calibri"/>
              </a:rPr>
              <a:t>nuclein</a:t>
            </a:r>
            <a:r>
              <a:rPr lang="en-US" sz="2600" b="1" dirty="0">
                <a:solidFill>
                  <a:srgbClr val="7030A0"/>
                </a:solidFill>
                <a:cs typeface="Calibri"/>
              </a:rPr>
              <a:t>"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600" dirty="0">
                <a:solidFill>
                  <a:srgbClr val="7030A0"/>
                </a:solidFill>
                <a:cs typeface="Calibri"/>
              </a:rPr>
              <a:t>Large molecule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600" dirty="0">
                <a:solidFill>
                  <a:srgbClr val="7030A0"/>
                </a:solidFill>
                <a:cs typeface="Calibri"/>
              </a:rPr>
              <a:t>Made of hydrogen, oxygen, nitrogen, &amp; phosphorus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600" dirty="0">
                <a:solidFill>
                  <a:srgbClr val="7030A0"/>
                </a:solidFill>
                <a:cs typeface="Calibri"/>
              </a:rPr>
              <a:t>Unique ratio of phosphorus to nitrogen</a:t>
            </a:r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0E763417-3B56-1F50-EE78-0225252741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4102" y="2187091"/>
            <a:ext cx="5607396" cy="376783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A61000-619B-4717-A15F-8E78198AA0DD}"/>
              </a:ext>
            </a:extLst>
          </p:cNvPr>
          <p:cNvSpPr/>
          <p:nvPr/>
        </p:nvSpPr>
        <p:spPr>
          <a:xfrm>
            <a:off x="320502" y="3518975"/>
            <a:ext cx="5685075" cy="243594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7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A718-EED5-F1BF-5062-3E27EA61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6603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FREDERICK GRIFFITH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1879-1941</a:t>
            </a:r>
            <a:endParaRPr lang="en-US" dirty="0">
              <a:cs typeface="Calibri Light" panose="020F0302020204030204"/>
            </a:endParaRPr>
          </a:p>
        </p:txBody>
      </p:sp>
      <p:pic>
        <p:nvPicPr>
          <p:cNvPr id="5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E9771F20-0F74-96F1-617C-6CC07B22CC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0755" y="1611654"/>
            <a:ext cx="5707783" cy="483754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34084-7898-CDC6-067A-12D09BD54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294" y="1711354"/>
            <a:ext cx="5707783" cy="4948835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British bacteriologist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Discovered living, harmless bacteria can be </a:t>
            </a:r>
            <a:r>
              <a:rPr lang="en-US" sz="2400" b="1" i="1" dirty="0">
                <a:solidFill>
                  <a:srgbClr val="00B0F0"/>
                </a:solidFill>
                <a:cs typeface="Calibri" panose="020F0502020204030204"/>
              </a:rPr>
              <a:t>transformed</a:t>
            </a:r>
            <a:r>
              <a:rPr lang="en-US" sz="2400" dirty="0">
                <a:cs typeface="Calibri" panose="020F0502020204030204"/>
              </a:rPr>
              <a:t> into harmful bacteria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Genetic information must have been passed from one strain to other</a:t>
            </a:r>
            <a:r>
              <a:rPr lang="en-US" sz="2000" dirty="0">
                <a:cs typeface="Calibri" panose="020F0502020204030204"/>
              </a:rPr>
              <a:t> 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7030A0"/>
                </a:solidFill>
                <a:cs typeface="Calibri" panose="020F0502020204030204"/>
              </a:rPr>
              <a:t>Identified the Transformation Principle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solidFill>
                  <a:srgbClr val="7030A0"/>
                </a:solidFill>
                <a:cs typeface="Calibri" panose="020F0502020204030204"/>
              </a:rPr>
              <a:t>Genetic info transferred from nonliving cells to living cells; picked up from environment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solidFill>
                  <a:srgbClr val="7030A0"/>
                </a:solidFill>
                <a:cs typeface="Calibri" panose="020F0502020204030204"/>
              </a:rPr>
              <a:t>Living cells transform to exhibit traits of nonliving cell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4C2B8A-086C-4A77-9906-6A9F5FF82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61" y="3665080"/>
            <a:ext cx="5867616" cy="249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8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697-0FDA-C2E9-4A78-3F9F3C8E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32300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VIDEO – GRIFFITH'S EXPERIMENT</a:t>
            </a:r>
          </a:p>
        </p:txBody>
      </p:sp>
      <p:pic>
        <p:nvPicPr>
          <p:cNvPr id="4" name="Online Media 3" title="Griffith Transformation 88 sec">
            <a:hlinkClick r:id="" action="ppaction://media"/>
            <a:extLst>
              <a:ext uri="{FF2B5EF4-FFF2-40B4-BE49-F238E27FC236}">
                <a16:creationId xmlns:a16="http://schemas.microsoft.com/office/drawing/2014/main" id="{58675D5D-24CD-6400-4FC7-1F035118086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69218" y="997176"/>
            <a:ext cx="7703003" cy="5775325"/>
          </a:xfrm>
        </p:spPr>
      </p:pic>
    </p:spTree>
    <p:extLst>
      <p:ext uri="{BB962C8B-B14F-4D97-AF65-F5344CB8AC3E}">
        <p14:creationId xmlns:p14="http://schemas.microsoft.com/office/powerpoint/2010/main" val="101522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AA2A-5EA5-61AC-69C3-BF439956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182" y="369116"/>
            <a:ext cx="10703635" cy="12758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AVERY, MACLEOD, and MCCARTY</a:t>
            </a:r>
            <a:br>
              <a:rPr lang="en-US" b="1" dirty="0">
                <a:solidFill>
                  <a:srgbClr val="7030A0"/>
                </a:solidFill>
                <a:cs typeface="Calibri Light" panose="020F0302020204030204"/>
              </a:rPr>
            </a:br>
            <a:r>
              <a:rPr lang="en-US" sz="3600" b="1" dirty="0">
                <a:solidFill>
                  <a:srgbClr val="7030A0"/>
                </a:solidFill>
                <a:cs typeface="Calibri Light" panose="020F0302020204030204"/>
              </a:rPr>
              <a:t>1944</a:t>
            </a:r>
            <a:endParaRPr lang="en-US" b="1" dirty="0">
              <a:solidFill>
                <a:srgbClr val="7030A0"/>
              </a:solidFill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3CD0-97F2-5C39-1E4A-8EE9E7550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694" y="1845734"/>
            <a:ext cx="5254437" cy="4520560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Oswald Avery – Canadian physician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Colin MacLeod – Canadian physician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Maclyn McCarty – American bacteriologist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Skeptical of Griffith's results – set out to replicate results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7030A0"/>
                </a:solidFill>
                <a:cs typeface="Calibri" panose="020F0502020204030204"/>
              </a:rPr>
              <a:t>Discovered that transformation could not occur in absence of DNA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7030A0"/>
                </a:solidFill>
                <a:cs typeface="Calibri" panose="020F0502020204030204"/>
              </a:rPr>
              <a:t>Transformation Principle must be  DNA (</a:t>
            </a:r>
            <a:r>
              <a:rPr lang="en-US" sz="2600" b="1" u="sng" dirty="0" err="1">
                <a:solidFill>
                  <a:srgbClr val="7030A0"/>
                </a:solidFill>
                <a:cs typeface="Calibri" panose="020F0502020204030204"/>
              </a:rPr>
              <a:t>D</a:t>
            </a:r>
            <a:r>
              <a:rPr lang="en-US" sz="2600" b="1" dirty="0" err="1">
                <a:solidFill>
                  <a:srgbClr val="7030A0"/>
                </a:solidFill>
                <a:cs typeface="Calibri" panose="020F0502020204030204"/>
              </a:rPr>
              <a:t>eoxyribo</a:t>
            </a:r>
            <a:r>
              <a:rPr lang="en-US" sz="2600" b="1" u="sng" dirty="0" err="1">
                <a:solidFill>
                  <a:srgbClr val="7030A0"/>
                </a:solidFill>
                <a:cs typeface="Calibri" panose="020F0502020204030204"/>
              </a:rPr>
              <a:t>N</a:t>
            </a:r>
            <a:r>
              <a:rPr lang="en-US" sz="2600" b="1" dirty="0" err="1">
                <a:solidFill>
                  <a:srgbClr val="7030A0"/>
                </a:solidFill>
                <a:cs typeface="Calibri" panose="020F0502020204030204"/>
              </a:rPr>
              <a:t>ucleic</a:t>
            </a:r>
            <a:r>
              <a:rPr lang="en-US" sz="2600" b="1" dirty="0">
                <a:solidFill>
                  <a:srgbClr val="7030A0"/>
                </a:solidFill>
                <a:cs typeface="Calibri" panose="020F0502020204030204"/>
              </a:rPr>
              <a:t> </a:t>
            </a:r>
            <a:r>
              <a:rPr lang="en-US" sz="2600" b="1" u="sng" dirty="0">
                <a:solidFill>
                  <a:srgbClr val="7030A0"/>
                </a:solidFill>
                <a:cs typeface="Calibri" panose="020F0502020204030204"/>
              </a:rPr>
              <a:t>A</a:t>
            </a:r>
            <a:r>
              <a:rPr lang="en-US" sz="2600" b="1" dirty="0">
                <a:solidFill>
                  <a:srgbClr val="7030A0"/>
                </a:solidFill>
                <a:cs typeface="Calibri" panose="020F0502020204030204"/>
              </a:rPr>
              <a:t>cid)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7030A0"/>
                </a:solidFill>
                <a:cs typeface="Calibri" panose="020F0502020204030204"/>
              </a:rPr>
              <a:t>DNA must be hereditary material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7E20D-B6C3-41C1-9D58-4C15D4F42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1" y="4191251"/>
            <a:ext cx="5501531" cy="209513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5FB4D9-4853-44CA-8EEC-6C33C95ED1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3306" t="14340" r="18741" b="7290"/>
          <a:stretch/>
        </p:blipFill>
        <p:spPr>
          <a:xfrm>
            <a:off x="6023294" y="1767993"/>
            <a:ext cx="5970085" cy="438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3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F40CB-7B1C-159F-FEA0-6F044F6B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07" y="286603"/>
            <a:ext cx="10058400" cy="127283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Calibri Light" panose="020F0302020204030204"/>
              </a:rPr>
              <a:t>DNA vs PROTEIN DEBATE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Prior to 1950s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2FC6-656A-710E-03DB-97719A03F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53" y="1718734"/>
            <a:ext cx="6207137" cy="4739177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cs typeface="Calibri" panose="020F0502020204030204"/>
              </a:rPr>
              <a:t>Despite previous discoveries, much debate over the composition of genetic material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cs typeface="Calibri" panose="020F0502020204030204"/>
              </a:rPr>
              <a:t>Was understood that genetic material </a:t>
            </a:r>
            <a:r>
              <a:rPr lang="en-US" u="sng" dirty="0">
                <a:cs typeface="Calibri" panose="020F0502020204030204"/>
              </a:rPr>
              <a:t>must be highly variable</a:t>
            </a:r>
            <a:r>
              <a:rPr lang="en-US" dirty="0">
                <a:cs typeface="Calibri" panose="020F0502020204030204"/>
              </a:rPr>
              <a:t> to account for all our differences  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dirty="0">
                <a:cs typeface="Calibri" panose="020F0502020204030204"/>
              </a:rPr>
              <a:t>However, previous research (</a:t>
            </a:r>
            <a:r>
              <a:rPr lang="en-US" dirty="0" err="1">
                <a:cs typeface="Calibri" panose="020F0502020204030204"/>
              </a:rPr>
              <a:t>Meischer</a:t>
            </a:r>
            <a:r>
              <a:rPr lang="en-US" dirty="0">
                <a:cs typeface="Calibri" panose="020F0502020204030204"/>
              </a:rPr>
              <a:t>) indicated that genetic material </a:t>
            </a:r>
            <a:r>
              <a:rPr lang="en-US" u="sng" dirty="0">
                <a:cs typeface="Calibri" panose="020F0502020204030204"/>
              </a:rPr>
              <a:t>must also have similar, uniform structure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Two sides of debate:</a:t>
            </a:r>
          </a:p>
          <a:p>
            <a:pPr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Protein – made from 20 different amino acids – highly variable</a:t>
            </a:r>
          </a:p>
          <a:p>
            <a:pPr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DNA – made from 4 nucleotides – uniform structure</a:t>
            </a:r>
          </a:p>
        </p:txBody>
      </p:sp>
      <p:pic>
        <p:nvPicPr>
          <p:cNvPr id="4" name="Picture 4" descr="Shape&#10;&#10;Description automatically generated">
            <a:extLst>
              <a:ext uri="{FF2B5EF4-FFF2-40B4-BE49-F238E27FC236}">
                <a16:creationId xmlns:a16="http://schemas.microsoft.com/office/drawing/2014/main" id="{C9B941D5-6F49-22DA-5876-A70450D17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27" y="2177047"/>
            <a:ext cx="5702404" cy="357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3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2CBA-BAE7-433C-C3E5-42AEF37B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HERSHEY &amp; CHASE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1952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9D417-9441-4D7D-0FC9-FEC0A5286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5358" y="1822643"/>
            <a:ext cx="5309231" cy="4748753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Explored genetic pathways of bacteria &amp; bacteriophages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Bacteriophage</a:t>
            </a:r>
            <a:r>
              <a:rPr lang="en-US" sz="2400" dirty="0">
                <a:cs typeface="Calibri" panose="020F0502020204030204"/>
              </a:rPr>
              <a:t> – virus only infects bacteria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Used radioactivity to label the molecules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Determined: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Phage protein remained outside the host cell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Phage DNA entered the host cell</a:t>
            </a:r>
          </a:p>
          <a:p>
            <a:pPr marL="200660" lvl="1" indent="0">
              <a:buNone/>
            </a:pPr>
            <a:endParaRPr lang="en-US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7030A0"/>
                </a:solidFill>
                <a:cs typeface="Calibri" panose="020F0502020204030204"/>
              </a:rPr>
              <a:t>Concluded that DNA is the genetic material, not protein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17FFB7-6AE7-436F-8512-DD98D385254D}"/>
              </a:ext>
            </a:extLst>
          </p:cNvPr>
          <p:cNvSpPr/>
          <p:nvPr/>
        </p:nvSpPr>
        <p:spPr>
          <a:xfrm>
            <a:off x="6407511" y="5495919"/>
            <a:ext cx="5487078" cy="86546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5120AC-FF7A-48F6-9497-26A1EFA44B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8840" y="1822642"/>
            <a:ext cx="5640514" cy="44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7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AC77-2847-E640-F324-5A3DFAC0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7195128" cy="143921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ERWIN CHARGAFF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1905-2002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9BE8-9EC1-E685-B80E-1A7F21C2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44" y="2065097"/>
            <a:ext cx="7195127" cy="4209868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American biochemist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Discovered that amount of guanine and cytosine bases are equal in any sample of DNA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Same must be true for adenine and thymine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7030A0"/>
                </a:solidFill>
                <a:cs typeface="Calibri" panose="020F0502020204030204"/>
              </a:rPr>
              <a:t>Chargaff's Rule: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7030A0"/>
                </a:solidFill>
                <a:cs typeface="Calibri" panose="020F0502020204030204"/>
              </a:rPr>
              <a:t>C = G and A = T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After further investigation, developed Chargaff's Second Rule: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The composition of DNA remains relatively constant within a species but varies from one species to another.</a:t>
            </a:r>
          </a:p>
          <a:p>
            <a:pPr>
              <a:buFont typeface="Wingdings" panose="020F0502020204030204" pitchFamily="34" charset="0"/>
              <a:buChar char="§"/>
            </a:pPr>
            <a:endParaRPr lang="en-US" sz="2200" dirty="0">
              <a:cs typeface="Calibri" panose="020F0502020204030204"/>
            </a:endParaRPr>
          </a:p>
        </p:txBody>
      </p:sp>
      <p:pic>
        <p:nvPicPr>
          <p:cNvPr id="4" name="Picture 4" descr="Shape, polygon&#10;&#10;Description automatically generated">
            <a:extLst>
              <a:ext uri="{FF2B5EF4-FFF2-40B4-BE49-F238E27FC236}">
                <a16:creationId xmlns:a16="http://schemas.microsoft.com/office/drawing/2014/main" id="{279E60DE-9BE7-7D57-5954-74AD886BE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945" y="1134607"/>
            <a:ext cx="3459018" cy="1621607"/>
          </a:xfrm>
          <a:prstGeom prst="rect">
            <a:avLst/>
          </a:prstGeom>
        </p:spPr>
      </p:pic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2F1FCDBA-C894-E5D5-ECE1-45841662B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54" y="2928386"/>
            <a:ext cx="3909290" cy="3806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9D9CD-D8A3-415F-ADE8-97D4F1268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1" y="3589281"/>
            <a:ext cx="2928316" cy="95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4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477B-708B-0CDB-FE0D-34C589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CHARGAFF'S RULE - PRACTICE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B54B81-9D26-DFD3-CE6E-8253E485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Calibri" panose="020F0502020204030204"/>
              </a:rPr>
              <a:t>A segment of DNA has 120 adenine nucleotides and 120 cytosine nucleotides. What is the total number of nucleotides? What percent of the total is each nucleotide?</a:t>
            </a:r>
          </a:p>
        </p:txBody>
      </p:sp>
    </p:spTree>
    <p:extLst>
      <p:ext uri="{BB962C8B-B14F-4D97-AF65-F5344CB8AC3E}">
        <p14:creationId xmlns:p14="http://schemas.microsoft.com/office/powerpoint/2010/main" val="62964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477B-708B-0CDB-FE0D-34C589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CHARGAFF'S RULE - PRACTICE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B54B81-9D26-DFD3-CE6E-8253E485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Calibri" panose="020F0502020204030204"/>
              </a:rPr>
              <a:t>The combined guanine/cytosine content of a DNA strand is found to be 60%. What percent of the strand is each of the 4 nucleotides?</a:t>
            </a:r>
          </a:p>
        </p:txBody>
      </p:sp>
    </p:spTree>
    <p:extLst>
      <p:ext uri="{BB962C8B-B14F-4D97-AF65-F5344CB8AC3E}">
        <p14:creationId xmlns:p14="http://schemas.microsoft.com/office/powerpoint/2010/main" val="243702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477B-708B-0CDB-FE0D-34C589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CHARGAFF'S RULE - PRACTICE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B54B81-9D26-DFD3-CE6E-8253E485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Calibri" panose="020F0502020204030204"/>
              </a:rPr>
              <a:t>In a DNA molecule that has 180 base pairs, 20% of the nucleotides are found to be adenine. How many cytosine nucleotides are present in the same DNA molecule? </a:t>
            </a:r>
          </a:p>
        </p:txBody>
      </p:sp>
    </p:spTree>
    <p:extLst>
      <p:ext uri="{BB962C8B-B14F-4D97-AF65-F5344CB8AC3E}">
        <p14:creationId xmlns:p14="http://schemas.microsoft.com/office/powerpoint/2010/main" val="176921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477B-708B-0CDB-FE0D-34C589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CHARGAFF'S RULE - PRACTICE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EF81B7-5637-1E74-350B-91955C56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2400" dirty="0">
                <a:cs typeface="Calibri"/>
              </a:rPr>
              <a:t>In a DNA molecule, 880 guanine nucleotides are found, which account for 22% of the total number of nucleotides. Determine the total length of the DNA molecule, as well as the number of the other three nucleotides.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5717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8ABA-8E43-D1FA-264A-2A77E731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8912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ROSALIND FRANKLIN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1920-1958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48AE0-54D0-9ED8-608B-76F94782F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546" y="1845734"/>
            <a:ext cx="5207297" cy="441245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English chemist &amp; x-ray crystallographer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Worked at King's College in London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7030A0"/>
                </a:solidFill>
                <a:cs typeface="Calibri" panose="020F0502020204030204"/>
              </a:rPr>
              <a:t>Using x-ray crystallography, she determined that DNA molecule is a sort of helix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Discovery was vital in understanding DNA structure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Fought ovarian cancer for 2 years before death at age 37. Continued to work until 2 weeks before her passing</a:t>
            </a:r>
            <a:r>
              <a:rPr lang="en-US" sz="2200" dirty="0">
                <a:cs typeface="Calibri" panose="020F0502020204030204"/>
              </a:rPr>
              <a:t>.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473C8-7912-4904-886A-DC6A7B6FA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30" y="2730617"/>
            <a:ext cx="5353913" cy="144710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912D224-0DF0-4CEE-A363-7CD7EED4A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30349" y="2382925"/>
            <a:ext cx="6231719" cy="3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2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8225-48B1-A16A-A888-C4888D28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985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LINUS PAULING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1901-1994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E38F-1236-35D9-E8CD-403CCD772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929468"/>
            <a:ext cx="5560223" cy="4337107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American chemist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7030A0"/>
                </a:solidFill>
                <a:cs typeface="Calibri" panose="020F0502020204030204"/>
              </a:rPr>
              <a:t>Proposed first DNA model using mathematical reasoning</a:t>
            </a:r>
            <a:endParaRPr lang="en-US" sz="2400" b="1" dirty="0">
              <a:solidFill>
                <a:srgbClr val="7030A0"/>
              </a:solidFill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One of only 2 individuals to receive Nobel Prize in more than one field – Chemistry and Peace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Other person was Marie Curie – Chemistry and Physics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Only individual to earn 2 unshared Nobel Prizes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9D24D5-FDFD-41B9-AFD0-850D00454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65173"/>
            <a:ext cx="4474128" cy="88765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9839355-CF63-4E1C-9024-E87D4836D8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15015" y="1845734"/>
            <a:ext cx="4022725" cy="4022725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333C642-4315-D507-887B-06F64D1C7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58" y="3811033"/>
            <a:ext cx="1911928" cy="2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1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BEAF-DA1A-AE81-0C82-3D7CD32B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886037" cy="118985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Calibri Light" panose="020F0302020204030204"/>
              </a:rPr>
              <a:t>WATSON &amp; CRICK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February 28, 1953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5130-3CB4-0805-9B2E-A0BE0EEF9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553" y="1845734"/>
            <a:ext cx="5376487" cy="4399139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7030A0"/>
                </a:solidFill>
                <a:cs typeface="Calibri" panose="020F0502020204030204"/>
              </a:rPr>
              <a:t>Solved the structure of DNA</a:t>
            </a:r>
            <a:r>
              <a:rPr lang="en-US" sz="2400" dirty="0">
                <a:cs typeface="Calibri" panose="020F0502020204030204"/>
              </a:rPr>
              <a:t> 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000" dirty="0">
                <a:cs typeface="Calibri" panose="020F0502020204030204"/>
              </a:rPr>
              <a:t>Model accepted and used today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Wilkins was colleague of Rosalind Franklin – not strong working relationship. Shared (?) Franklin's x-ray images with Watson &amp; Crick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Watson, Crick, &amp; Wilkins jointly received Nobel Prize in Physiology or Medicine in 1962. 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Franklin passed away in 1958. Nobel Prizes are not awarded posthumously.</a:t>
            </a:r>
          </a:p>
          <a:p>
            <a:pPr marL="383540" lvl="1">
              <a:buFont typeface="Wingdings" panose="020F0502020204030204" pitchFamily="34" charset="0"/>
              <a:buChar char="§"/>
            </a:pPr>
            <a:endParaRPr lang="en-US" sz="2000" dirty="0">
              <a:cs typeface="Calibri" panose="020F0502020204030204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FB471DC-D6DD-E5D0-2D5E-00C5C46E8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034" y="3096024"/>
            <a:ext cx="2216781" cy="3687619"/>
          </a:xfrm>
          <a:prstGeom prst="rect">
            <a:avLst/>
          </a:prstGeom>
        </p:spPr>
      </p:pic>
      <p:pic>
        <p:nvPicPr>
          <p:cNvPr id="7" name="Picture 7" descr="A picture containing person&#10;&#10;Description automatically generated">
            <a:extLst>
              <a:ext uri="{FF2B5EF4-FFF2-40B4-BE49-F238E27FC236}">
                <a16:creationId xmlns:a16="http://schemas.microsoft.com/office/drawing/2014/main" id="{2E08030E-4535-1D15-2369-90254BF62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82" y="3431309"/>
            <a:ext cx="2743200" cy="27432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E2863D-E48F-4004-B575-956D85781BCC}"/>
              </a:ext>
            </a:extLst>
          </p:cNvPr>
          <p:cNvSpPr/>
          <p:nvPr/>
        </p:nvSpPr>
        <p:spPr>
          <a:xfrm>
            <a:off x="595618" y="1853967"/>
            <a:ext cx="4488110" cy="436227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A85137C-A83D-4D3D-B0CE-97B1F0F549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t="22923"/>
          <a:stretch/>
        </p:blipFill>
        <p:spPr>
          <a:xfrm>
            <a:off x="6802582" y="209725"/>
            <a:ext cx="4915597" cy="310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7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7B57-60B5-350A-A5C8-8AAA9B06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654" y="193331"/>
            <a:ext cx="5879895" cy="14362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solidFill>
                  <a:srgbClr val="00B0F0"/>
                </a:solidFill>
                <a:cs typeface="Calibri Light" panose="020F0302020204030204"/>
              </a:rPr>
              <a:t>DEOXYRIBONUCLEIC ACID</a:t>
            </a:r>
            <a:br>
              <a:rPr lang="en-US" dirty="0">
                <a:cs typeface="Calibri Light" panose="020F0302020204030204"/>
              </a:rPr>
            </a:br>
            <a:r>
              <a:rPr lang="en-US" sz="4000" dirty="0">
                <a:cs typeface="Calibri Light" panose="020F0302020204030204"/>
              </a:rPr>
              <a:t>DNA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D1BE5243-93D9-D401-F845-4A7F596B05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7730" t="3567"/>
          <a:stretch/>
        </p:blipFill>
        <p:spPr>
          <a:xfrm>
            <a:off x="170253" y="176169"/>
            <a:ext cx="5428362" cy="630578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87894-3CA0-AEFE-92CE-5F30CB987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615" y="1845735"/>
            <a:ext cx="6295974" cy="4420017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Composed of </a:t>
            </a: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nucleotides</a:t>
            </a:r>
            <a:r>
              <a:rPr lang="en-US" sz="2400" dirty="0">
                <a:cs typeface="Calibri" panose="020F0502020204030204"/>
              </a:rPr>
              <a:t> joined together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Double stranded</a:t>
            </a:r>
            <a:endParaRPr lang="en-US" sz="2400" dirty="0"/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Twisted into </a:t>
            </a: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helix</a:t>
            </a:r>
            <a:r>
              <a:rPr lang="en-US" sz="2400" dirty="0">
                <a:cs typeface="Calibri" panose="020F0502020204030204"/>
              </a:rPr>
              <a:t> – looks like spiral staircase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2 strands run </a:t>
            </a: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anti-parallel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Sides of "staircase" = alternating sugar &amp; phosphate groups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Steps of "staircase" = complementary base pairs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Adenine pairs with thymine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Guanine pairs with cytosine</a:t>
            </a: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8477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1E28-60F3-C62A-0425-03AC5911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33223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NUCLEOTIDE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02D9D-8677-0300-3690-0C088648C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135" y="2024040"/>
            <a:ext cx="5588865" cy="408842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5 carbon sugar – deoxyribose</a:t>
            </a:r>
            <a:endParaRPr lang="en-US" sz="2400" dirty="0"/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Carbons numbered 1' to 5'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"Deoxy-" = missing an oxygen (at 2' carbon) when compared to ribose</a:t>
            </a:r>
          </a:p>
          <a:p>
            <a:pPr>
              <a:buFont typeface="Wingdings,Sans-Serif" panose="020F050202020403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Base bonded to 1' carbon of sugar</a:t>
            </a:r>
          </a:p>
          <a:p>
            <a:pPr marL="383540" lvl="1">
              <a:buFont typeface="Wingdings,Sans-Serif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4 different bases possible – adenine, thymine, cytosine, guanine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Phosphate group bonded to 5' carbon of sugar</a:t>
            </a:r>
          </a:p>
        </p:txBody>
      </p:sp>
      <p:pic>
        <p:nvPicPr>
          <p:cNvPr id="11" name="Picture 11" descr="Diagram, schematic&#10;&#10;Description automatically generated">
            <a:extLst>
              <a:ext uri="{FF2B5EF4-FFF2-40B4-BE49-F238E27FC236}">
                <a16:creationId xmlns:a16="http://schemas.microsoft.com/office/drawing/2014/main" id="{C47C9349-9D6E-C194-31D0-0CBBD35B52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36047" y="1873038"/>
            <a:ext cx="5893954" cy="4511386"/>
          </a:xfrm>
        </p:spPr>
      </p:pic>
    </p:spTree>
    <p:extLst>
      <p:ext uri="{BB962C8B-B14F-4D97-AF65-F5344CB8AC3E}">
        <p14:creationId xmlns:p14="http://schemas.microsoft.com/office/powerpoint/2010/main" val="2579397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7AF06EA4-B0F8-FF89-6F6D-C755D0E05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67" t="9839"/>
          <a:stretch/>
        </p:blipFill>
        <p:spPr>
          <a:xfrm rot="5400000">
            <a:off x="6849662" y="999637"/>
            <a:ext cx="4254587" cy="5761913"/>
          </a:xfrm>
          <a:prstGeom prst="rect">
            <a:avLst/>
          </a:prstGeom>
        </p:spPr>
      </p:pic>
      <p:pic>
        <p:nvPicPr>
          <p:cNvPr id="3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E62C15F1-9880-99A4-F14F-45F71741FA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46"/>
          <a:stretch/>
        </p:blipFill>
        <p:spPr>
          <a:xfrm rot="5400000">
            <a:off x="1087749" y="999638"/>
            <a:ext cx="4254588" cy="57619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1C72EDD-C215-4C8D-B8E7-7F80E282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42147"/>
          </a:xfrm>
        </p:spPr>
        <p:txBody>
          <a:bodyPr/>
          <a:lstStyle/>
          <a:p>
            <a:pPr algn="ctr"/>
            <a:r>
              <a:rPr lang="en-US" dirty="0"/>
              <a:t>DNA NUCLEOTIDES</a:t>
            </a:r>
          </a:p>
        </p:txBody>
      </p:sp>
    </p:spTree>
    <p:extLst>
      <p:ext uri="{BB962C8B-B14F-4D97-AF65-F5344CB8AC3E}">
        <p14:creationId xmlns:p14="http://schemas.microsoft.com/office/powerpoint/2010/main" val="126580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3628-4657-7F90-E7E1-49995129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286603"/>
            <a:ext cx="5047673" cy="12775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cs typeface="Calibri Light" panose="020F0302020204030204"/>
              </a:rPr>
              <a:t>NUCLEOTIDE BONDING</a:t>
            </a:r>
          </a:p>
        </p:txBody>
      </p:sp>
      <p:pic>
        <p:nvPicPr>
          <p:cNvPr id="3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074A2D44-C8DF-318D-59B0-14412C4A4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03" y="378113"/>
            <a:ext cx="5825836" cy="59176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DEE36F-125A-2C32-BC3F-9CF58433272D}"/>
              </a:ext>
            </a:extLst>
          </p:cNvPr>
          <p:cNvSpPr txBox="1"/>
          <p:nvPr/>
        </p:nvSpPr>
        <p:spPr>
          <a:xfrm>
            <a:off x="831272" y="1904999"/>
            <a:ext cx="4999181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2800" dirty="0">
                <a:cs typeface="Calibri" panose="020F0502020204030204"/>
              </a:rPr>
              <a:t>Nucleotides are joined by </a:t>
            </a: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phosphodiester bonds</a:t>
            </a:r>
            <a:r>
              <a:rPr lang="en-US" sz="2800" dirty="0">
                <a:cs typeface="Calibri" panose="020F0502020204030204"/>
              </a:rPr>
              <a:t>.</a:t>
            </a:r>
          </a:p>
          <a:p>
            <a:pPr marL="742950" lvl="1" indent="-285750">
              <a:buFont typeface="Wingdings"/>
              <a:buChar char="§"/>
            </a:pPr>
            <a:r>
              <a:rPr lang="en-US" sz="2800" dirty="0">
                <a:cs typeface="Calibri" panose="020F0502020204030204"/>
              </a:rPr>
              <a:t>“</a:t>
            </a:r>
            <a:r>
              <a:rPr lang="en-US" sz="2800" dirty="0" err="1">
                <a:cs typeface="Calibri" panose="020F0502020204030204"/>
              </a:rPr>
              <a:t>Phospho</a:t>
            </a:r>
            <a:r>
              <a:rPr lang="en-US" sz="2800" dirty="0">
                <a:cs typeface="Calibri" panose="020F0502020204030204"/>
              </a:rPr>
              <a:t>” = phosphate group</a:t>
            </a:r>
          </a:p>
          <a:p>
            <a:pPr marL="742950" lvl="1" indent="-285750">
              <a:buFont typeface="Wingdings"/>
              <a:buChar char="§"/>
            </a:pPr>
            <a:r>
              <a:rPr lang="en-US" sz="2800" dirty="0">
                <a:cs typeface="Calibri" panose="020F0502020204030204"/>
              </a:rPr>
              <a:t>“Diester” = two sugars</a:t>
            </a:r>
          </a:p>
          <a:p>
            <a:pPr marL="285750" indent="-285750">
              <a:buFont typeface="Wingdings"/>
              <a:buChar char="§"/>
            </a:pPr>
            <a:endParaRPr lang="en-US" sz="2800" dirty="0">
              <a:cs typeface="Calibri" panose="020F050202020403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800" dirty="0">
                <a:cs typeface="Calibri" panose="020F0502020204030204"/>
              </a:rPr>
              <a:t>Condensation/Dehydration reaction – removal of water joins nucleotides</a:t>
            </a:r>
          </a:p>
          <a:p>
            <a:endParaRPr lang="en-US" sz="22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2538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Diagram&#10;&#10;Description automatically generated">
            <a:extLst>
              <a:ext uri="{FF2B5EF4-FFF2-40B4-BE49-F238E27FC236}">
                <a16:creationId xmlns:a16="http://schemas.microsoft.com/office/drawing/2014/main" id="{B24945A6-0270-EC24-BEEA-640A23EBA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5" y="81513"/>
            <a:ext cx="8292383" cy="64898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7D3D6-F064-4C03-9F38-5B76EB66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658" y="286603"/>
            <a:ext cx="3334614" cy="145075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HYDROGEN BONDING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1152DF-459B-4C29-B3C1-7D76DBBD5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6437" y="2020431"/>
            <a:ext cx="3559288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Attraction between complementary base pairs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Creates “steps” of DNA staircase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Holds opposite sides of DNA together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Must be broken before DNA can be replicated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8581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3A7D-5B4B-FC41-9DC5-538951F7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043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DNA REPLICATION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ED06-76D2-2E15-EFFB-C8D810333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18" y="1855694"/>
            <a:ext cx="5838882" cy="4440581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Process by which cell copies its DNA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Necessary to make copy before division to ensure each new cell has copy of DNA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Semi-conservative process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Each strand of DNA is used as template for new DNA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Resulting DNA strands consist of one original strand and one new strand - "conserves" the information of  original DNA strand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CEF1889E-0763-4F29-EFFC-03310DA1BB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61"/>
          <a:stretch/>
        </p:blipFill>
        <p:spPr>
          <a:xfrm>
            <a:off x="6129686" y="2210599"/>
            <a:ext cx="5940699" cy="338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36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80C5-CC46-178D-3CBC-DC502ED7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8" y="111452"/>
            <a:ext cx="10058400" cy="873485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DNA REPLICATION - OVERVIEW</a:t>
            </a:r>
          </a:p>
        </p:txBody>
      </p:sp>
      <p:pic>
        <p:nvPicPr>
          <p:cNvPr id="4" name="Picture 4" descr="Diagram, histogram&#10;&#10;Description automatically generated">
            <a:extLst>
              <a:ext uri="{FF2B5EF4-FFF2-40B4-BE49-F238E27FC236}">
                <a16:creationId xmlns:a16="http://schemas.microsoft.com/office/drawing/2014/main" id="{C7FABE80-76E9-4127-64F4-94C05B992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810" b="4738"/>
          <a:stretch/>
        </p:blipFill>
        <p:spPr>
          <a:xfrm>
            <a:off x="687897" y="1057013"/>
            <a:ext cx="10816205" cy="5410899"/>
          </a:xfrm>
        </p:spPr>
      </p:pic>
    </p:spTree>
    <p:extLst>
      <p:ext uri="{BB962C8B-B14F-4D97-AF65-F5344CB8AC3E}">
        <p14:creationId xmlns:p14="http://schemas.microsoft.com/office/powerpoint/2010/main" val="3847515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4890-BEB3-9941-EBC7-FF1F2A06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0434"/>
            <a:ext cx="10058400" cy="140457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Calibri Light" panose="020F0302020204030204"/>
              </a:rPr>
              <a:t>DNA REPLICATION</a:t>
            </a:r>
            <a:br>
              <a:rPr lang="en-US" dirty="0">
                <a:cs typeface="Calibri Light" panose="020F0302020204030204"/>
              </a:rPr>
            </a:br>
            <a:r>
              <a:rPr lang="en-US" sz="3600" b="1" dirty="0">
                <a:solidFill>
                  <a:srgbClr val="FF0000"/>
                </a:solidFill>
                <a:cs typeface="Calibri Light" panose="020F0302020204030204"/>
              </a:rPr>
              <a:t>INITIATION</a:t>
            </a:r>
            <a:endParaRPr lang="en-US" b="1" dirty="0">
              <a:solidFill>
                <a:srgbClr val="FF0000"/>
              </a:solidFill>
              <a:cs typeface="Calibri Light" panose="020F0302020204030204"/>
            </a:endParaRP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09BC2127-9727-336E-9968-7A507712E4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0167"/>
          <a:stretch/>
        </p:blipFill>
        <p:spPr>
          <a:xfrm>
            <a:off x="223214" y="2133822"/>
            <a:ext cx="6310705" cy="346163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D9ED6-BF36-B506-F495-81429C3D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9010" y="1828800"/>
            <a:ext cx="5134033" cy="4488110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Helicase</a:t>
            </a:r>
            <a:r>
              <a:rPr lang="en-US" sz="2800" dirty="0">
                <a:cs typeface="Calibri" panose="020F0502020204030204"/>
              </a:rPr>
              <a:t> breaks H bonds between base pairs. DNA strands separate. Replication fork is formed.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Single stranded binding proteins </a:t>
            </a:r>
            <a:r>
              <a:rPr lang="en-US" sz="2800" dirty="0">
                <a:cs typeface="Calibri" panose="020F0502020204030204"/>
              </a:rPr>
              <a:t>bind to DNA, prevents </a:t>
            </a:r>
            <a:r>
              <a:rPr lang="en-US" sz="2800" dirty="0" err="1">
                <a:cs typeface="Calibri" panose="020F0502020204030204"/>
              </a:rPr>
              <a:t>overcoiling</a:t>
            </a:r>
            <a:r>
              <a:rPr lang="en-US" sz="2800" dirty="0">
                <a:cs typeface="Calibri" panose="020F0502020204030204"/>
              </a:rPr>
              <a:t> and </a:t>
            </a:r>
            <a:r>
              <a:rPr lang="en-US" sz="2800" dirty="0" err="1">
                <a:cs typeface="Calibri" panose="020F0502020204030204"/>
              </a:rPr>
              <a:t>rebonding</a:t>
            </a:r>
            <a:r>
              <a:rPr lang="en-US" sz="2800" dirty="0">
                <a:cs typeface="Calibri" panose="020F0502020204030204"/>
              </a:rPr>
              <a:t>.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RNA Primase </a:t>
            </a:r>
            <a:r>
              <a:rPr lang="en-US" sz="2800" dirty="0">
                <a:cs typeface="Calibri" panose="020F0502020204030204"/>
              </a:rPr>
              <a:t>adds RNA primer in 5' to 3' direction.</a:t>
            </a:r>
          </a:p>
        </p:txBody>
      </p:sp>
    </p:spTree>
    <p:extLst>
      <p:ext uri="{BB962C8B-B14F-4D97-AF65-F5344CB8AC3E}">
        <p14:creationId xmlns:p14="http://schemas.microsoft.com/office/powerpoint/2010/main" val="1308056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4890-BEB3-9941-EBC7-FF1F2A06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0457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Calibri Light" panose="020F0302020204030204"/>
              </a:rPr>
              <a:t>DNA REPLICATION</a:t>
            </a:r>
            <a:br>
              <a:rPr lang="en-US" dirty="0">
                <a:cs typeface="Calibri Light" panose="020F0302020204030204"/>
              </a:rPr>
            </a:br>
            <a:r>
              <a:rPr lang="en-US" sz="3600" b="1" dirty="0">
                <a:solidFill>
                  <a:srgbClr val="FF0000"/>
                </a:solidFill>
                <a:cs typeface="Calibri Light" panose="020F0302020204030204"/>
              </a:rPr>
              <a:t>ELONGATION</a:t>
            </a:r>
            <a:endParaRPr lang="en-US" b="1" dirty="0">
              <a:solidFill>
                <a:srgbClr val="FF0000"/>
              </a:solidFill>
              <a:cs typeface="Calibri Light" panose="020F03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D9ED6-BF36-B506-F495-81429C3D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2672" y="1788008"/>
            <a:ext cx="11400637" cy="2522449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Calibri" panose="020F0502020204030204"/>
              </a:rPr>
              <a:t>4. </a:t>
            </a: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DNA Polymerase </a:t>
            </a:r>
            <a:r>
              <a:rPr lang="en-US" sz="2800" dirty="0">
                <a:cs typeface="Calibri" panose="020F0502020204030204"/>
              </a:rPr>
              <a:t>begins at RNA primer, creating new DNA by adding nucleotides in 5' to 3' direction.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Leading strand </a:t>
            </a:r>
            <a:r>
              <a:rPr lang="en-US" sz="2400" dirty="0">
                <a:cs typeface="Calibri" panose="020F0502020204030204"/>
              </a:rPr>
              <a:t>– built in same direction as helicase, continuous, no breaks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Lagging strand </a:t>
            </a:r>
            <a:r>
              <a:rPr lang="en-US" sz="2400" dirty="0">
                <a:cs typeface="Calibri" panose="020F0502020204030204"/>
              </a:rPr>
              <a:t>– built in opposite direction as helicase, not continuous, numerous breaks 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Okazaki fragments </a:t>
            </a:r>
            <a:r>
              <a:rPr lang="en-US" sz="2400" dirty="0">
                <a:cs typeface="Calibri" panose="020F0502020204030204"/>
              </a:rPr>
              <a:t>– short sections of DNA formed on lagging strand</a:t>
            </a:r>
          </a:p>
          <a:p>
            <a:pPr marL="0" indent="0">
              <a:buNone/>
            </a:pPr>
            <a:endParaRPr lang="en-US" sz="2400" dirty="0">
              <a:cs typeface="Calibri" panose="020F0502020204030204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55B36951-F807-0B38-9C4E-3B0DD79F2D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4935" b="9913"/>
          <a:stretch/>
        </p:blipFill>
        <p:spPr>
          <a:xfrm>
            <a:off x="503214" y="4048948"/>
            <a:ext cx="11199552" cy="2522449"/>
          </a:xfrm>
        </p:spPr>
      </p:pic>
    </p:spTree>
    <p:extLst>
      <p:ext uri="{BB962C8B-B14F-4D97-AF65-F5344CB8AC3E}">
        <p14:creationId xmlns:p14="http://schemas.microsoft.com/office/powerpoint/2010/main" val="3467860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4890-BEB3-9941-EBC7-FF1F2A06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0457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Calibri Light" panose="020F0302020204030204"/>
              </a:rPr>
              <a:t>DNA REPLICATION</a:t>
            </a:r>
            <a:br>
              <a:rPr lang="en-US" dirty="0">
                <a:cs typeface="Calibri Light" panose="020F0302020204030204"/>
              </a:rPr>
            </a:br>
            <a:r>
              <a:rPr lang="en-US" sz="3600" b="1" dirty="0">
                <a:solidFill>
                  <a:srgbClr val="FF0000"/>
                </a:solidFill>
                <a:cs typeface="Calibri Light" panose="020F0302020204030204"/>
              </a:rPr>
              <a:t>TERMINATION</a:t>
            </a:r>
            <a:endParaRPr lang="en-US" b="1" dirty="0">
              <a:solidFill>
                <a:srgbClr val="FF0000"/>
              </a:solidFill>
              <a:cs typeface="Calibri Light" panose="020F03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D9ED6-BF36-B506-F495-81429C3D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618" y="1788008"/>
            <a:ext cx="11023133" cy="1910539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cs typeface="Calibri" panose="020F0502020204030204"/>
              </a:rPr>
              <a:t>5.</a:t>
            </a:r>
            <a:r>
              <a:rPr lang="en-US" sz="2800" dirty="0">
                <a:cs typeface="Calibri" panose="020F0502020204030204"/>
              </a:rPr>
              <a:t> DNA Polymerase destroys RNA primers, replacing with DNA nucleotides.</a:t>
            </a:r>
          </a:p>
          <a:p>
            <a:pPr marL="0" indent="0">
              <a:buNone/>
            </a:pPr>
            <a:r>
              <a:rPr lang="en-US" sz="2800" dirty="0">
                <a:cs typeface="Calibri" panose="020F0502020204030204"/>
              </a:rPr>
              <a:t>6. </a:t>
            </a: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Ligase</a:t>
            </a:r>
            <a:r>
              <a:rPr lang="en-US" sz="2800" dirty="0">
                <a:cs typeface="Calibri" panose="020F0502020204030204"/>
              </a:rPr>
              <a:t> seals gaps between fragments. </a:t>
            </a:r>
          </a:p>
          <a:p>
            <a:pPr marL="0" indent="0">
              <a:buNone/>
            </a:pPr>
            <a:r>
              <a:rPr lang="en-US" sz="2800" dirty="0">
                <a:cs typeface="Calibri" panose="020F0502020204030204"/>
              </a:rPr>
              <a:t>7. Two new DNA molecules are formed, each with one original strand and one new strand.</a:t>
            </a:r>
          </a:p>
          <a:p>
            <a:pPr marL="0" indent="0">
              <a:buNone/>
            </a:pPr>
            <a:endParaRPr lang="en-US" sz="2400" dirty="0">
              <a:cs typeface="Calibri" panose="020F0502020204030204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55B36951-F807-0B38-9C4E-3B0DD79F2D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468" y="3795377"/>
            <a:ext cx="6181809" cy="2388269"/>
          </a:xfrm>
        </p:spPr>
      </p:pic>
      <p:pic>
        <p:nvPicPr>
          <p:cNvPr id="3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EFE125B-78FD-952B-0D79-6D7D25AA1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19" y="3352596"/>
            <a:ext cx="4740563" cy="290062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35E52AE-EA1C-6DE9-8B0F-326135790E2C}"/>
              </a:ext>
            </a:extLst>
          </p:cNvPr>
          <p:cNvSpPr/>
          <p:nvPr/>
        </p:nvSpPr>
        <p:spPr>
          <a:xfrm>
            <a:off x="6243591" y="4607632"/>
            <a:ext cx="1039090" cy="50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6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E58F59-6CC9-1C40-3633-8F086DF5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1876"/>
            <a:ext cx="10058400" cy="82730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Calibri Light" panose="020F0302020204030204"/>
              </a:rPr>
              <a:t>VIDEO – DNA REPLICATION</a:t>
            </a:r>
          </a:p>
        </p:txBody>
      </p:sp>
      <p:pic>
        <p:nvPicPr>
          <p:cNvPr id="8" name="Online Media 7" title="DNA Replication (Updated)">
            <a:hlinkClick r:id="" action="ppaction://media"/>
            <a:extLst>
              <a:ext uri="{FF2B5EF4-FFF2-40B4-BE49-F238E27FC236}">
                <a16:creationId xmlns:a16="http://schemas.microsoft.com/office/drawing/2014/main" id="{B3BB5943-BB8D-AD1E-49AB-3FCCCEF3D2E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73163" y="884673"/>
            <a:ext cx="10056090" cy="5911269"/>
          </a:xfrm>
        </p:spPr>
      </p:pic>
    </p:spTree>
    <p:extLst>
      <p:ext uri="{BB962C8B-B14F-4D97-AF65-F5344CB8AC3E}">
        <p14:creationId xmlns:p14="http://schemas.microsoft.com/office/powerpoint/2010/main" val="2601990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16FD-4EE1-F893-84D3-8389B0E2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DNA REPLICATION</a:t>
            </a:r>
            <a:br>
              <a:rPr lang="en-US" dirty="0">
                <a:cs typeface="Calibri Light" panose="020F0302020204030204"/>
              </a:rPr>
            </a:br>
            <a:r>
              <a:rPr lang="en-US" sz="3200" dirty="0">
                <a:cs typeface="Calibri Light" panose="020F0302020204030204"/>
              </a:rPr>
              <a:t>BACTERIAL CELL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5EAAE-1174-83EA-335D-B9F3367EA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559" y="1737360"/>
            <a:ext cx="3885418" cy="4466551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Circular chromosome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Semi-conservative process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Begins at "</a:t>
            </a: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Origin of Replication</a:t>
            </a:r>
            <a:r>
              <a:rPr lang="en-US" sz="2800" dirty="0">
                <a:cs typeface="Calibri" panose="020F0502020204030204"/>
              </a:rPr>
              <a:t>"</a:t>
            </a:r>
            <a:endParaRPr lang="en-US" sz="2800" dirty="0"/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Proceeds in both directions around  chromosome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Two replication forks meet – termination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727D9D3C-BD1A-E7C6-ECE7-A32E0907A3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8594"/>
          <a:stretch/>
        </p:blipFill>
        <p:spPr>
          <a:xfrm>
            <a:off x="3745774" y="2223965"/>
            <a:ext cx="8330797" cy="3405239"/>
          </a:xfrm>
        </p:spPr>
      </p:pic>
    </p:spTree>
    <p:extLst>
      <p:ext uri="{BB962C8B-B14F-4D97-AF65-F5344CB8AC3E}">
        <p14:creationId xmlns:p14="http://schemas.microsoft.com/office/powerpoint/2010/main" val="2109494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9AD9-21DB-48CE-78DD-CC01B713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62" y="277638"/>
            <a:ext cx="5258696" cy="109284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DNA PROOFREADING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8715-D8C5-1DAA-D178-104E99B0E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430" y="1954306"/>
            <a:ext cx="4937760" cy="3860999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DNA Polymerase corrects mismatched base pairs as they occur</a:t>
            </a:r>
          </a:p>
          <a:p>
            <a:pPr marL="635508" lvl="1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Removes incorrect nucleotide</a:t>
            </a:r>
          </a:p>
          <a:p>
            <a:pPr marL="635508" lvl="1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Replaces with correct nucleotide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Not perfect – 1 in 100 errors not corrected</a:t>
            </a:r>
          </a:p>
        </p:txBody>
      </p:sp>
      <p:pic>
        <p:nvPicPr>
          <p:cNvPr id="5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CAEAF5C6-0ED4-D287-5D86-CBC5B91D02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7156" t="-975" r="19094" b="1416"/>
          <a:stretch/>
        </p:blipFill>
        <p:spPr>
          <a:xfrm>
            <a:off x="5674658" y="639484"/>
            <a:ext cx="6552129" cy="5420658"/>
          </a:xfrm>
        </p:spPr>
      </p:pic>
    </p:spTree>
    <p:extLst>
      <p:ext uri="{BB962C8B-B14F-4D97-AF65-F5344CB8AC3E}">
        <p14:creationId xmlns:p14="http://schemas.microsoft.com/office/powerpoint/2010/main" val="1591065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5C02-0577-4EED-936A-4EE1ECE0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3671944" cy="10813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DNA REPAIR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B8A2-92AB-74D6-D684-343D8B43B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72" y="1763982"/>
            <a:ext cx="4937760" cy="452170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Errors not corrected during proofreading</a:t>
            </a:r>
          </a:p>
          <a:p>
            <a:pPr marL="635508" lvl="1" indent="-342900">
              <a:buFont typeface="Wingdings" panose="020F0502020204030204" pitchFamily="34" charset="0"/>
              <a:buChar char="§"/>
            </a:pPr>
            <a:r>
              <a:rPr lang="en-US" sz="2600" dirty="0">
                <a:cs typeface="Calibri" panose="020F0502020204030204"/>
              </a:rPr>
              <a:t>DNA portion with error is removed</a:t>
            </a:r>
          </a:p>
          <a:p>
            <a:pPr marL="635508" lvl="1" indent="-342900">
              <a:buFont typeface="Wingdings" panose="020F0502020204030204" pitchFamily="34" charset="0"/>
              <a:buChar char="§"/>
            </a:pPr>
            <a:r>
              <a:rPr lang="en-US" sz="2600" dirty="0">
                <a:cs typeface="Calibri" panose="020F0502020204030204"/>
              </a:rPr>
              <a:t>DNA polymerase replaces with correct nucleotides</a:t>
            </a:r>
          </a:p>
          <a:p>
            <a:pPr marL="635508" lvl="1" indent="-342900">
              <a:buFont typeface="Wingdings" panose="020F0502020204030204" pitchFamily="34" charset="0"/>
              <a:buChar char="§"/>
            </a:pPr>
            <a:r>
              <a:rPr lang="en-US" sz="2600" dirty="0">
                <a:cs typeface="Calibri" panose="020F0502020204030204"/>
              </a:rPr>
              <a:t>Ligase seals gaps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Not perfect – 1 in 1,000,000 errors not corrected</a:t>
            </a:r>
          </a:p>
        </p:txBody>
      </p:sp>
      <p:pic>
        <p:nvPicPr>
          <p:cNvPr id="5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F3D4A9F-83EA-45F7-A74C-F1EC1BD7F1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0047" r="10981" b="346"/>
          <a:stretch/>
        </p:blipFill>
        <p:spPr>
          <a:xfrm>
            <a:off x="5312991" y="464741"/>
            <a:ext cx="6721468" cy="5713364"/>
          </a:xfrm>
        </p:spPr>
      </p:pic>
    </p:spTree>
    <p:extLst>
      <p:ext uri="{BB962C8B-B14F-4D97-AF65-F5344CB8AC3E}">
        <p14:creationId xmlns:p14="http://schemas.microsoft.com/office/powerpoint/2010/main" val="2661964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75E4-6B06-3E77-3271-7AAFA3B2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08303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DNA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E3B2A-A824-40D3-2850-08CA93CE5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342" y="1845734"/>
            <a:ext cx="4937760" cy="4023359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cs typeface="Calibri" panose="020F0502020204030204"/>
              </a:rPr>
              <a:t>DAMAGE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Abnormalities in DNA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Can be recognized by enzymes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Can be repaired if original strand is unaffected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Can lead to mutations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CC10A-3869-85DE-0B6B-AC74976E1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845734"/>
            <a:ext cx="5552739" cy="4483347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cs typeface="Calibri" panose="020F0502020204030204"/>
              </a:rPr>
              <a:t>MUTATIONS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Change in nucleotide sequence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Not recognized by enzymes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Replicated when DNA is replicated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Cannot be repaired once passed on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Can cause alterations in protein structure and function</a:t>
            </a:r>
          </a:p>
        </p:txBody>
      </p:sp>
    </p:spTree>
    <p:extLst>
      <p:ext uri="{BB962C8B-B14F-4D97-AF65-F5344CB8AC3E}">
        <p14:creationId xmlns:p14="http://schemas.microsoft.com/office/powerpoint/2010/main" val="146385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1B1B-EE85-86F2-ED51-B8E3BA0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371" y="286603"/>
            <a:ext cx="8430491" cy="1439212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CENTRAL DOGMA OF MOLECULAR BIOLOGY</a:t>
            </a:r>
          </a:p>
        </p:txBody>
      </p:sp>
      <p:pic>
        <p:nvPicPr>
          <p:cNvPr id="4" name="Picture 4" descr="Diagram, shape, arrow&#10;&#10;Description automatically generated">
            <a:extLst>
              <a:ext uri="{FF2B5EF4-FFF2-40B4-BE49-F238E27FC236}">
                <a16:creationId xmlns:a16="http://schemas.microsoft.com/office/drawing/2014/main" id="{4A6AF9F8-4130-1048-BE76-DA6D53F06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t="3924" r="105" b="7434"/>
          <a:stretch/>
        </p:blipFill>
        <p:spPr>
          <a:xfrm>
            <a:off x="603608" y="1786855"/>
            <a:ext cx="11313815" cy="4389950"/>
          </a:xfrm>
        </p:spPr>
      </p:pic>
    </p:spTree>
    <p:extLst>
      <p:ext uri="{BB962C8B-B14F-4D97-AF65-F5344CB8AC3E}">
        <p14:creationId xmlns:p14="http://schemas.microsoft.com/office/powerpoint/2010/main" val="3197543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2627-C073-6ECA-C304-7FC5874AE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8148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RIBONUCLEIC ACID</a:t>
            </a:r>
            <a:br>
              <a:rPr lang="en-US" dirty="0">
                <a:cs typeface="Calibri Light" panose="020F0302020204030204"/>
              </a:rPr>
            </a:br>
            <a:r>
              <a:rPr lang="en-US" sz="3600" dirty="0">
                <a:cs typeface="Calibri Light" panose="020F0302020204030204"/>
              </a:rPr>
              <a:t>RNA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E66E0C01-2CC0-A7EA-33D4-979FFD9E57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13189" b="4316"/>
          <a:stretch/>
        </p:blipFill>
        <p:spPr>
          <a:xfrm>
            <a:off x="286887" y="1764916"/>
            <a:ext cx="5727272" cy="46016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6D434-D3BD-8D2F-9143-CD4161B43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5699760" cy="4462087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Single stranded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Contains ribose sugar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3 bases similar to DNA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Adenine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Cytosine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Guanine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1 base differs from DNA</a:t>
            </a:r>
          </a:p>
          <a:p>
            <a:pPr marL="635000" lvl="1" indent="-342900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Uracil – replaces Thymine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Genetic messenger (mRNA) – carries info from nucleus to ribosomes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endParaRPr lang="en-US" sz="22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3949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D1A8-B41A-8BED-C676-AE59D1F6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7757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TRANSCRIPTION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76C12-7953-4AD0-0B97-675FCE72E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824" y="2939428"/>
            <a:ext cx="4403588" cy="2278031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Process of copying DNA segment into messenger RNA (mRNA)</a:t>
            </a:r>
          </a:p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Only copies one gene at a 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374C9-B439-439C-A2C8-55D0D408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7765" y="1845735"/>
            <a:ext cx="6221506" cy="4465418"/>
          </a:xfrm>
        </p:spPr>
        <p:txBody>
          <a:bodyPr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3 Steps: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FF0000"/>
                </a:solidFill>
                <a:cs typeface="Calibri" panose="020F0502020204030204"/>
              </a:rPr>
              <a:t>Initiation</a:t>
            </a:r>
            <a:r>
              <a:rPr lang="en-US" sz="2800" dirty="0">
                <a:cs typeface="Calibri" panose="020F0502020204030204"/>
              </a:rPr>
              <a:t> – RNA polymerase binds to promoter sequence on DNA (start of gene)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FF0000"/>
                </a:solidFill>
                <a:cs typeface="Calibri" panose="020F0502020204030204"/>
              </a:rPr>
              <a:t>Elongation</a:t>
            </a:r>
            <a:r>
              <a:rPr lang="en-US" sz="2800" dirty="0">
                <a:cs typeface="Calibri" panose="020F0502020204030204"/>
              </a:rPr>
              <a:t> – RNA Polymerase builds RNA in 5' to 3' direction using complementary RNA nucleotides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FF0000"/>
                </a:solidFill>
                <a:cs typeface="Calibri" panose="020F0502020204030204"/>
              </a:rPr>
              <a:t>Termination</a:t>
            </a:r>
            <a:r>
              <a:rPr lang="en-US" sz="2800" dirty="0">
                <a:cs typeface="Calibri" panose="020F0502020204030204"/>
              </a:rPr>
              <a:t> – RNA Polymerase reaches termination sequence on DNA (end of gene), transcription 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2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D1A8-B41A-8BED-C676-AE59D1F6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19818"/>
            <a:ext cx="10058400" cy="93259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TRANSCRIPTION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23C1B97-D4C4-2445-2277-FF9D7F982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11" t="12756" r="3007" b="4793"/>
          <a:stretch/>
        </p:blipFill>
        <p:spPr>
          <a:xfrm>
            <a:off x="1228895" y="1645681"/>
            <a:ext cx="9734210" cy="4692501"/>
          </a:xfrm>
        </p:spPr>
      </p:pic>
    </p:spTree>
    <p:extLst>
      <p:ext uri="{BB962C8B-B14F-4D97-AF65-F5344CB8AC3E}">
        <p14:creationId xmlns:p14="http://schemas.microsoft.com/office/powerpoint/2010/main" val="4260421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98A0-6BE1-A3BC-F585-AE701E9C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343" y="180502"/>
            <a:ext cx="10058400" cy="881669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VIDEO - TRANSCRIPTION</a:t>
            </a:r>
          </a:p>
        </p:txBody>
      </p:sp>
      <p:pic>
        <p:nvPicPr>
          <p:cNvPr id="4" name="Online Media 3" title="Transcription and Translation: From DNA to Protein">
            <a:hlinkClick r:id="" action="ppaction://media"/>
            <a:extLst>
              <a:ext uri="{FF2B5EF4-FFF2-40B4-BE49-F238E27FC236}">
                <a16:creationId xmlns:a16="http://schemas.microsoft.com/office/drawing/2014/main" id="{C4BC3CB8-6669-D571-DDC4-C87DF2BA7AC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45101" y="1246088"/>
            <a:ext cx="7504252" cy="53870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E98EAB-8DC2-682E-6206-89BCC394B8DE}"/>
              </a:ext>
            </a:extLst>
          </p:cNvPr>
          <p:cNvSpPr txBox="1"/>
          <p:nvPr/>
        </p:nvSpPr>
        <p:spPr>
          <a:xfrm>
            <a:off x="9963873" y="5690886"/>
            <a:ext cx="15239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Start at 1:17</a:t>
            </a:r>
          </a:p>
          <a:p>
            <a:r>
              <a:rPr lang="en-US" dirty="0">
                <a:cs typeface="Calibri"/>
              </a:rPr>
              <a:t>Stop at 3:15</a:t>
            </a:r>
          </a:p>
        </p:txBody>
      </p:sp>
    </p:spTree>
    <p:extLst>
      <p:ext uri="{BB962C8B-B14F-4D97-AF65-F5344CB8AC3E}">
        <p14:creationId xmlns:p14="http://schemas.microsoft.com/office/powerpoint/2010/main" val="3311708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05FA5-C4AD-651D-E927-C73C5171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685" y="286603"/>
            <a:ext cx="5061995" cy="1248201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PROTEIN REVIEW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058F6C83-8C2F-9532-BA10-DFA6D12DF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8431" y="572519"/>
            <a:ext cx="5614877" cy="561487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8044B-551F-CAD2-B1E3-957C7474A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5614876" cy="4341661"/>
          </a:xfrm>
        </p:spPr>
        <p:txBody>
          <a:bodyPr vert="horz" lIns="0" tIns="45720" rIns="0" bIns="45720" rtlCol="0" anchor="t">
            <a:normAutofit fontScale="92500"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4 levels of structures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Level 1 – polypeptide chain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Level 2 – polypeptide chain bends or coils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Level 3 – sheet or coil wraps around itself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Level 4 – multiple polypeptide chains bond together  </a:t>
            </a:r>
            <a:endParaRPr lang="en-US" sz="2400" dirty="0"/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Structure directly linked to protein function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Level 1 built by ribosomes</a:t>
            </a:r>
            <a:endParaRPr lang="en-US" sz="2800" dirty="0"/>
          </a:p>
          <a:p>
            <a:pPr>
              <a:buFont typeface="Wingdings" panose="020F0502020204030204" pitchFamily="34" charset="0"/>
              <a:buChar char="§"/>
            </a:pPr>
            <a:endParaRPr lang="en-US" sz="22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3229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7083-6CC7-C6CB-8674-F72BF8D2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6385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TRANSLATION</a:t>
            </a:r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7ED5F705-9054-31C4-1331-9AE3E8E661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29" r="189" b="-613"/>
          <a:stretch/>
        </p:blipFill>
        <p:spPr>
          <a:xfrm>
            <a:off x="1097280" y="4096871"/>
            <a:ext cx="10003773" cy="26164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E237B-2C29-ADA0-8194-A7C71435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150" y="1795400"/>
            <a:ext cx="10922714" cy="2699372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Process of building a protein from information found in mRNA 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Key players: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mRNA</a:t>
            </a:r>
            <a:r>
              <a:rPr lang="en-US" sz="2800" dirty="0">
                <a:cs typeface="Calibri" panose="020F0502020204030204"/>
              </a:rPr>
              <a:t> – messenger RNA – carries instructions for building a specific protein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rRNA</a:t>
            </a:r>
            <a:r>
              <a:rPr lang="en-US" sz="2800" dirty="0">
                <a:cs typeface="Calibri" panose="020F0502020204030204"/>
              </a:rPr>
              <a:t> – ribosomal RNA – primary component of ribosomes, builds protein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tRNA</a:t>
            </a:r>
            <a:r>
              <a:rPr lang="en-US" sz="2800" dirty="0">
                <a:cs typeface="Calibri" panose="020F0502020204030204"/>
              </a:rPr>
              <a:t> – transfer RNA – decodes mRNA and matches to appropriate amino acid</a:t>
            </a:r>
          </a:p>
          <a:p>
            <a:pPr marL="200660" lvl="1" indent="0">
              <a:buNone/>
            </a:pP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26135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6220-5399-8F9D-3C29-16D3D343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06342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72EF-CA23-8E65-2CC5-6AD3517E2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564" y="1797859"/>
            <a:ext cx="5632368" cy="4492923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CODON</a:t>
            </a:r>
            <a:endParaRPr lang="en-US" sz="2400" b="1" dirty="0">
              <a:solidFill>
                <a:srgbClr val="00B0F0"/>
              </a:solidFill>
              <a:cs typeface="Calibri" panose="020F0502020204030204"/>
            </a:endParaRPr>
          </a:p>
          <a:p>
            <a:pPr marL="383540" lvl="1">
              <a:buFont typeface="Wingdings" pitchFamily="34" charset="0"/>
              <a:buChar char="§"/>
            </a:pPr>
            <a:r>
              <a:rPr lang="en-US" sz="2400" dirty="0">
                <a:cs typeface="Calibri" panose="020F0502020204030204"/>
              </a:rPr>
              <a:t>Located on mRNA</a:t>
            </a:r>
          </a:p>
          <a:p>
            <a:pPr marL="383540" lvl="1">
              <a:buFont typeface="Wingdings" pitchFamily="34" charset="0"/>
              <a:buChar char="§"/>
            </a:pPr>
            <a:r>
              <a:rPr lang="en-US" sz="2400" dirty="0">
                <a:cs typeface="Calibri" panose="020F0502020204030204"/>
              </a:rPr>
              <a:t>One codon = 3 nucleotides </a:t>
            </a:r>
          </a:p>
          <a:p>
            <a:pPr marL="383540" lvl="1">
              <a:buFont typeface="Wingdings" pitchFamily="34" charset="0"/>
              <a:buChar char="§"/>
            </a:pPr>
            <a:r>
              <a:rPr lang="en-US" sz="2400" dirty="0">
                <a:cs typeface="Calibri" panose="020F0502020204030204"/>
              </a:rPr>
              <a:t>Each codon codes for specific amino acid</a:t>
            </a:r>
          </a:p>
          <a:p>
            <a:pPr marL="0" indent="0">
              <a:buNone/>
            </a:pPr>
            <a:endParaRPr lang="en-US" sz="2800" b="1" dirty="0">
              <a:solidFill>
                <a:srgbClr val="00B0F0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ANTICODON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Located on tRNA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One anticodon = 3 nucleotides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Each anticodon is complement of codon on mRNA</a:t>
            </a:r>
          </a:p>
        </p:txBody>
      </p:sp>
      <p:pic>
        <p:nvPicPr>
          <p:cNvPr id="5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CFBA0DF2-479C-DECC-C390-1B681C780E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2413" y="1797859"/>
            <a:ext cx="5052023" cy="4492923"/>
          </a:xfrm>
        </p:spPr>
      </p:pic>
    </p:spTree>
    <p:extLst>
      <p:ext uri="{BB962C8B-B14F-4D97-AF65-F5344CB8AC3E}">
        <p14:creationId xmlns:p14="http://schemas.microsoft.com/office/powerpoint/2010/main" val="1928228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D85A-49CB-4E9C-5E21-4DD8FE4E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TRANSLATION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7722F-2F7E-86A4-BEC6-286703D91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3200" dirty="0">
                <a:cs typeface="Calibri" panose="020F0502020204030204"/>
              </a:rPr>
              <a:t>3 Steps: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FF0000"/>
                </a:solidFill>
                <a:cs typeface="Calibri" panose="020F0502020204030204"/>
              </a:rPr>
              <a:t>Initiation</a:t>
            </a:r>
            <a:r>
              <a:rPr lang="en-US" sz="2800" dirty="0">
                <a:cs typeface="Calibri" panose="020F0502020204030204"/>
              </a:rPr>
              <a:t> – tRNA attaches to start codon on mRNA, 2 subunits of rRNA join together</a:t>
            </a:r>
            <a:endParaRPr lang="en-US" sz="3200" dirty="0">
              <a:cs typeface="Calibri" panose="020F0502020204030204"/>
            </a:endParaRP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FF0000"/>
                </a:solidFill>
                <a:cs typeface="Calibri" panose="020F0502020204030204"/>
              </a:rPr>
              <a:t>Elongation</a:t>
            </a:r>
            <a:r>
              <a:rPr lang="en-US" sz="2800" dirty="0">
                <a:cs typeface="Calibri" panose="020F0502020204030204"/>
              </a:rPr>
              <a:t> – mRNA reads one codon at a time, tRNA attaches to codon and adds amino acid to polypeptide chain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FF0000"/>
                </a:solidFill>
                <a:cs typeface="Calibri" panose="020F0502020204030204"/>
              </a:rPr>
              <a:t>Termination</a:t>
            </a:r>
            <a:r>
              <a:rPr lang="en-US" sz="2800" dirty="0">
                <a:cs typeface="Calibri" panose="020F0502020204030204"/>
              </a:rPr>
              <a:t> – ribosome recognizes stop codon, rRNA units separate, translation ends</a:t>
            </a:r>
          </a:p>
        </p:txBody>
      </p:sp>
    </p:spTree>
    <p:extLst>
      <p:ext uri="{BB962C8B-B14F-4D97-AF65-F5344CB8AC3E}">
        <p14:creationId xmlns:p14="http://schemas.microsoft.com/office/powerpoint/2010/main" val="2064159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D85A-49CB-4E9C-5E21-4DD8FE4E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26409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TRANSLATION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7802CC2C-4CB3-ABCB-BF54-AD53D807F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170" y="1093695"/>
            <a:ext cx="9299660" cy="5253318"/>
          </a:xfrm>
        </p:spPr>
      </p:pic>
    </p:spTree>
    <p:extLst>
      <p:ext uri="{BB962C8B-B14F-4D97-AF65-F5344CB8AC3E}">
        <p14:creationId xmlns:p14="http://schemas.microsoft.com/office/powerpoint/2010/main" val="1903358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C8AAC-FD93-D68A-2D8C-76FA0B1C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978" y="286603"/>
            <a:ext cx="4925683" cy="1292607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CODON CHART</a:t>
            </a:r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D8F6BE57-C5DB-1FCA-471F-27AC04B079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471" y="540302"/>
            <a:ext cx="6794430" cy="577739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CD6DD-697D-9E37-9FDB-6429254E1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64901" y="1845735"/>
            <a:ext cx="5124665" cy="4569698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600" dirty="0">
                <a:cs typeface="Calibri" panose="020F0502020204030204"/>
              </a:rPr>
              <a:t>Used to identify amino acids coded for within a segment of mRNA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200" dirty="0">
                <a:cs typeface="Calibri" panose="020F0502020204030204"/>
              </a:rPr>
              <a:t>How to use:</a:t>
            </a:r>
          </a:p>
          <a:p>
            <a:pPr marL="657860" lvl="1" indent="-457200">
              <a:buAutoNum type="arabicPeriod"/>
            </a:pPr>
            <a:r>
              <a:rPr lang="en-US" sz="2000" dirty="0">
                <a:cs typeface="Calibri" panose="020F0502020204030204"/>
              </a:rPr>
              <a:t>Transcribe DNA into mRNA</a:t>
            </a:r>
          </a:p>
          <a:p>
            <a:pPr marL="657860" lvl="1" indent="-457200">
              <a:buAutoNum type="arabicPeriod"/>
            </a:pPr>
            <a:r>
              <a:rPr lang="en-US" sz="2000" dirty="0">
                <a:cs typeface="Calibri" panose="020F0502020204030204"/>
              </a:rPr>
              <a:t>Locate start codon AUG – this will be the beginning of the protein</a:t>
            </a:r>
          </a:p>
          <a:p>
            <a:pPr marL="657860" lvl="1" indent="-457200">
              <a:buAutoNum type="arabicPeriod"/>
            </a:pPr>
            <a:r>
              <a:rPr lang="en-US" sz="2000" dirty="0">
                <a:cs typeface="Calibri" panose="020F0502020204030204"/>
              </a:rPr>
              <a:t>Break the rest of the mRNA segment into blocks of 3 nucleotides (codons)</a:t>
            </a:r>
          </a:p>
          <a:p>
            <a:pPr marL="657860" lvl="1" indent="-457200">
              <a:buAutoNum type="arabicPeriod"/>
            </a:pPr>
            <a:r>
              <a:rPr lang="en-US" sz="2000" dirty="0">
                <a:cs typeface="Calibri" panose="020F0502020204030204"/>
              </a:rPr>
              <a:t>For each codon, use the left side of the chart to match the first letter of the codon.</a:t>
            </a:r>
          </a:p>
          <a:p>
            <a:pPr marL="657860" lvl="1" indent="-457200">
              <a:buAutoNum type="arabicPeriod"/>
            </a:pPr>
            <a:r>
              <a:rPr lang="en-US" sz="2000" dirty="0">
                <a:cs typeface="Calibri" panose="020F0502020204030204"/>
              </a:rPr>
              <a:t>Use the top of the chart to match the second letter of the codon. </a:t>
            </a:r>
          </a:p>
          <a:p>
            <a:pPr marL="657860" lvl="1" indent="-457200">
              <a:buAutoNum type="arabicPeriod"/>
            </a:pPr>
            <a:r>
              <a:rPr lang="en-US" sz="2000" dirty="0">
                <a:cs typeface="Calibri" panose="020F0502020204030204"/>
              </a:rPr>
              <a:t>Use the right side of the chart to match the third letter of the codon.</a:t>
            </a:r>
          </a:p>
        </p:txBody>
      </p:sp>
    </p:spTree>
    <p:extLst>
      <p:ext uri="{BB962C8B-B14F-4D97-AF65-F5344CB8AC3E}">
        <p14:creationId xmlns:p14="http://schemas.microsoft.com/office/powerpoint/2010/main" val="1336326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C3311B-C0EF-467F-BE5A-C76B3E3E4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69" y="167780"/>
            <a:ext cx="6341636" cy="6350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4F8F0A-FB3B-4083-8EF3-85B4CF2E7EED}"/>
              </a:ext>
            </a:extLst>
          </p:cNvPr>
          <p:cNvSpPr txBox="1"/>
          <p:nvPr/>
        </p:nvSpPr>
        <p:spPr>
          <a:xfrm>
            <a:off x="7122253" y="595618"/>
            <a:ext cx="46810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PRACTICE</a:t>
            </a:r>
          </a:p>
          <a:p>
            <a:pPr algn="ctr"/>
            <a:endParaRPr lang="en-US" dirty="0"/>
          </a:p>
          <a:p>
            <a:r>
              <a:rPr lang="en-US" sz="2800" dirty="0"/>
              <a:t>CGA</a:t>
            </a:r>
          </a:p>
          <a:p>
            <a:endParaRPr lang="en-US" sz="2800" dirty="0"/>
          </a:p>
          <a:p>
            <a:r>
              <a:rPr lang="en-US" sz="2800" dirty="0"/>
              <a:t>UUU</a:t>
            </a:r>
          </a:p>
          <a:p>
            <a:endParaRPr lang="en-US" sz="2800" dirty="0"/>
          </a:p>
          <a:p>
            <a:r>
              <a:rPr lang="en-US" sz="2800" dirty="0"/>
              <a:t>AUG</a:t>
            </a:r>
          </a:p>
          <a:p>
            <a:endParaRPr lang="en-US" sz="2800" dirty="0"/>
          </a:p>
          <a:p>
            <a:r>
              <a:rPr lang="en-US" sz="2800" dirty="0"/>
              <a:t>UAA</a:t>
            </a:r>
          </a:p>
          <a:p>
            <a:endParaRPr lang="en-US" sz="2800" dirty="0"/>
          </a:p>
          <a:p>
            <a:r>
              <a:rPr lang="en-US" sz="2800" dirty="0"/>
              <a:t>GCC</a:t>
            </a:r>
          </a:p>
        </p:txBody>
      </p:sp>
    </p:spTree>
    <p:extLst>
      <p:ext uri="{BB962C8B-B14F-4D97-AF65-F5344CB8AC3E}">
        <p14:creationId xmlns:p14="http://schemas.microsoft.com/office/powerpoint/2010/main" val="146846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3E4C-4AD1-4D02-22EF-0075A5F1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06342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MUTATIONS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FD083-BDA2-5017-D11A-1EB55F390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560" y="1702965"/>
            <a:ext cx="5699480" cy="4597167"/>
          </a:xfrm>
        </p:spPr>
        <p:txBody>
          <a:bodyPr vert="horz" lIns="0" tIns="45720" rIns="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dirty="0">
                <a:cs typeface="Calibri" panose="020F0502020204030204"/>
              </a:rPr>
              <a:t>TYPES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Point mutation </a:t>
            </a:r>
            <a:r>
              <a:rPr lang="en-US" sz="2400" dirty="0">
                <a:cs typeface="Calibri" panose="020F0502020204030204"/>
              </a:rPr>
              <a:t>– change in one nucleotide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Substitution</a:t>
            </a:r>
            <a:r>
              <a:rPr lang="en-US" sz="2400" dirty="0">
                <a:cs typeface="Calibri" panose="020F0502020204030204"/>
              </a:rPr>
              <a:t> – one nucleotide swapped for another nucleotide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Frameshift mutation </a:t>
            </a:r>
            <a:r>
              <a:rPr lang="en-US" sz="2400" dirty="0">
                <a:cs typeface="Calibri" panose="020F0502020204030204"/>
              </a:rPr>
              <a:t>– change in reading frame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Insertion</a:t>
            </a:r>
            <a:r>
              <a:rPr lang="en-US" sz="2400" dirty="0">
                <a:cs typeface="Calibri" panose="020F0502020204030204"/>
              </a:rPr>
              <a:t> – addition of extra nucleotide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Deletion</a:t>
            </a:r>
            <a:r>
              <a:rPr lang="en-US" sz="2400" dirty="0">
                <a:cs typeface="Calibri" panose="020F0502020204030204"/>
              </a:rPr>
              <a:t> – removal of nucleotide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b="1" dirty="0">
                <a:solidFill>
                  <a:srgbClr val="00B0F0"/>
                </a:solidFill>
                <a:cs typeface="Calibri" panose="020F0502020204030204"/>
              </a:rPr>
              <a:t>Transposable mutation </a:t>
            </a:r>
            <a:r>
              <a:rPr lang="en-US" sz="2400" dirty="0">
                <a:cs typeface="Calibri" panose="020F0502020204030204"/>
              </a:rPr>
              <a:t>– change in order of codons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Transposon - "jumping genes" - swap places with another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Codon could be reversed (backwards)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C350C-47D3-D66A-D82D-CEFEBA2E0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702965"/>
            <a:ext cx="5509889" cy="4454397"/>
          </a:xfrm>
        </p:spPr>
        <p:txBody>
          <a:bodyPr vert="horz" lIns="0" tIns="45720" rIns="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dirty="0">
                <a:cs typeface="Calibri" panose="020F0502020204030204"/>
              </a:rPr>
              <a:t>EFFECTS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00B0F0"/>
                </a:solidFill>
                <a:cs typeface="Calibri" panose="020F0502020204030204"/>
              </a:rPr>
              <a:t>Silent mutation </a:t>
            </a:r>
            <a:r>
              <a:rPr lang="en-US" sz="2600" dirty="0">
                <a:cs typeface="Calibri" panose="020F0502020204030204"/>
              </a:rPr>
              <a:t>– no effect on protein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00B0F0"/>
                </a:solidFill>
                <a:cs typeface="Calibri" panose="020F0502020204030204"/>
              </a:rPr>
              <a:t>Missense mutation </a:t>
            </a:r>
            <a:r>
              <a:rPr lang="en-US" sz="2600" dirty="0">
                <a:cs typeface="Calibri" panose="020F0502020204030204"/>
              </a:rPr>
              <a:t>– results in different amino acid, changes polypeptide chain and possibly protein structure &amp; function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00B0F0"/>
                </a:solidFill>
                <a:cs typeface="Calibri" panose="020F0502020204030204"/>
              </a:rPr>
              <a:t>Nonsense mutation </a:t>
            </a:r>
            <a:r>
              <a:rPr lang="en-US" sz="2600" dirty="0">
                <a:cs typeface="Calibri" panose="020F0502020204030204"/>
              </a:rPr>
              <a:t>– results in premature stop codon, creates short polypeptide chain affecting protein structure &amp; function</a:t>
            </a:r>
          </a:p>
        </p:txBody>
      </p:sp>
    </p:spTree>
    <p:extLst>
      <p:ext uri="{BB962C8B-B14F-4D97-AF65-F5344CB8AC3E}">
        <p14:creationId xmlns:p14="http://schemas.microsoft.com/office/powerpoint/2010/main" val="2034911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98B0-448E-FD72-80AF-0D1867BB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04418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SICKLE CELL ANEMIA</a:t>
            </a:r>
          </a:p>
        </p:txBody>
      </p:sp>
      <p:pic>
        <p:nvPicPr>
          <p:cNvPr id="4" name="Picture 4" descr="A picture containing calendar&#10;&#10;Description automatically generated">
            <a:extLst>
              <a:ext uri="{FF2B5EF4-FFF2-40B4-BE49-F238E27FC236}">
                <a16:creationId xmlns:a16="http://schemas.microsoft.com/office/drawing/2014/main" id="{46BC001D-90DD-6FA4-3A92-3B05E3DD6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014" y="1193650"/>
            <a:ext cx="10851310" cy="5442548"/>
          </a:xfrm>
        </p:spPr>
      </p:pic>
    </p:spTree>
    <p:extLst>
      <p:ext uri="{BB962C8B-B14F-4D97-AF65-F5344CB8AC3E}">
        <p14:creationId xmlns:p14="http://schemas.microsoft.com/office/powerpoint/2010/main" val="1840810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10E1-97BF-B7A1-84CF-EF1E4F95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49474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CAUSES OF MUTATIONS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E45B4-04BF-E1D6-CF9E-83301F5698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SPONTANEOUS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Occur </a:t>
            </a:r>
            <a:r>
              <a:rPr lang="en-US" sz="2800" u="sng" dirty="0">
                <a:cs typeface="Calibri" panose="020F0502020204030204"/>
              </a:rPr>
              <a:t>naturally</a:t>
            </a:r>
            <a:r>
              <a:rPr lang="en-US" sz="2800" dirty="0">
                <a:cs typeface="Calibri" panose="020F0502020204030204"/>
              </a:rPr>
              <a:t> due to replication/transcription errors or transposons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Replication errors remain in 1:1,000,000,000 replications when proofreading or repairing fails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FBAA5-DCD2-6795-ACB2-ED2C8846C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5340326" cy="4555065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INDUCED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Occur when </a:t>
            </a:r>
            <a:r>
              <a:rPr lang="en-US" sz="2800" u="sng" dirty="0">
                <a:cs typeface="Calibri" panose="020F0502020204030204"/>
              </a:rPr>
              <a:t>exposed</a:t>
            </a:r>
            <a:r>
              <a:rPr lang="en-US" sz="2800" dirty="0">
                <a:cs typeface="Calibri" panose="020F0502020204030204"/>
              </a:rPr>
              <a:t> to mutagen or carcinogen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00B0F0"/>
                </a:solidFill>
                <a:cs typeface="Calibri" panose="020F0502020204030204"/>
              </a:rPr>
              <a:t>Mutagen</a:t>
            </a:r>
            <a:r>
              <a:rPr lang="en-US" sz="2600" dirty="0">
                <a:cs typeface="Calibri" panose="020F0502020204030204"/>
              </a:rPr>
              <a:t> – chemical or physical agent capable of causing DNA mutation</a:t>
            </a:r>
          </a:p>
          <a:p>
            <a:pPr lvl="2">
              <a:buFont typeface="Wingdings" panose="020F0502020204030204" pitchFamily="34" charset="0"/>
              <a:buChar char="§"/>
            </a:pPr>
            <a:r>
              <a:rPr lang="en-US" sz="2000" dirty="0">
                <a:cs typeface="Calibri" panose="020F0502020204030204"/>
              </a:rPr>
              <a:t>Physical mutagens – radiation, </a:t>
            </a:r>
            <a:r>
              <a:rPr lang="en-US" sz="2000" dirty="0" err="1">
                <a:cs typeface="Calibri" panose="020F0502020204030204"/>
              </a:rPr>
              <a:t>xrays</a:t>
            </a:r>
            <a:r>
              <a:rPr lang="en-US" sz="2000" dirty="0">
                <a:cs typeface="Calibri" panose="020F0502020204030204"/>
              </a:rPr>
              <a:t>, viruses, bacteria, etc.</a:t>
            </a:r>
          </a:p>
          <a:p>
            <a:pPr lvl="2">
              <a:buFont typeface="Wingdings" panose="020F0502020204030204" pitchFamily="34" charset="0"/>
              <a:buChar char="§"/>
            </a:pPr>
            <a:r>
              <a:rPr lang="en-US" sz="2000" dirty="0">
                <a:cs typeface="Calibri" panose="020F0502020204030204"/>
              </a:rPr>
              <a:t>Environmental mutagens – UV light, air pollution, tobacco smoke, etc. </a:t>
            </a:r>
          </a:p>
          <a:p>
            <a:pPr lvl="1">
              <a:buFont typeface="Wingdings" panose="020F0502020204030204" pitchFamily="34" charset="0"/>
              <a:buChar char="§"/>
            </a:pPr>
            <a:r>
              <a:rPr lang="en-US" sz="2600" b="1" dirty="0">
                <a:solidFill>
                  <a:srgbClr val="00B0F0"/>
                </a:solidFill>
                <a:cs typeface="Calibri" panose="020F0502020204030204"/>
              </a:rPr>
              <a:t>Carcinogens</a:t>
            </a:r>
            <a:r>
              <a:rPr lang="en-US" sz="2600" dirty="0">
                <a:cs typeface="Calibri" panose="020F0502020204030204"/>
              </a:rPr>
              <a:t> – causes mutation or promotes growth of mutated cells, leads to cancer</a:t>
            </a:r>
          </a:p>
          <a:p>
            <a:pPr>
              <a:buFont typeface="Wingdings" panose="020F0502020204030204" pitchFamily="34" charset="0"/>
              <a:buChar char="§"/>
            </a:pPr>
            <a:endParaRPr lang="en-US" sz="24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6605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725C-3BF6-E551-3113-DA3E8148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3509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CLONING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E52F9-2ECA-1600-B208-AE247B306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732" y="1845734"/>
            <a:ext cx="10838576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/>
            <a:r>
              <a:rPr lang="en-US" sz="2800" dirty="0">
                <a:cs typeface="Calibri"/>
              </a:rPr>
              <a:t>Creation of an organism that is an exact genetic copy of another</a:t>
            </a:r>
          </a:p>
          <a:p>
            <a:pPr marL="383540" lvl="1" algn="ctr">
              <a:buFont typeface="Wingdings" pitchFamily="34" charset="0"/>
              <a:buChar char="§"/>
            </a:pPr>
            <a:r>
              <a:rPr lang="en-US" sz="2400" dirty="0">
                <a:cs typeface="Calibri"/>
              </a:rPr>
              <a:t>Every DNA nucleotide is identical between the two organisms</a:t>
            </a:r>
          </a:p>
          <a:p>
            <a:pPr marL="200660" lvl="1" indent="0">
              <a:buNone/>
            </a:pPr>
            <a:endParaRPr lang="en-US" sz="2200" dirty="0">
              <a:cs typeface="Calibri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DF73BFA9-EBD9-08D1-9C03-198D9C307F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4" t="17000" r="3795" b="4864"/>
          <a:stretch/>
        </p:blipFill>
        <p:spPr>
          <a:xfrm>
            <a:off x="2646749" y="2792374"/>
            <a:ext cx="6898502" cy="392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89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E92C-B15C-ABEB-FFA6-EF07ACA2B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64493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REPRODUCTIVE CLONING</a:t>
            </a:r>
            <a:br>
              <a:rPr lang="en-US" dirty="0">
                <a:cs typeface="Calibri Light" panose="020F0302020204030204"/>
              </a:rPr>
            </a:br>
            <a:r>
              <a:rPr lang="en-US" sz="2200" dirty="0">
                <a:cs typeface="Calibri Light" panose="020F0302020204030204"/>
              </a:rPr>
              <a:t>Used to produce new individual with identical DNA to living individual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A5007-6FB1-FF8D-6807-4FB14EA7D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775" y="1845734"/>
            <a:ext cx="5549265" cy="4425925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F0"/>
                </a:solidFill>
                <a:cs typeface="Calibri" panose="020F0502020204030204"/>
              </a:rPr>
              <a:t>ARTIFICIAL EMBRYO TWINNING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Manually separates young embryo into individual cells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Individual cells are allowed to divide &amp; develop independently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Resulting embryos are placed in surrogate mother, carried to term, &amp; delivered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Used to increase numbers for food production or of endangered species</a:t>
            </a:r>
          </a:p>
        </p:txBody>
      </p:sp>
      <p:pic>
        <p:nvPicPr>
          <p:cNvPr id="5" name="Picture 5" descr="A picture containing indoor&#10;&#10;Description automatically generated">
            <a:extLst>
              <a:ext uri="{FF2B5EF4-FFF2-40B4-BE49-F238E27FC236}">
                <a16:creationId xmlns:a16="http://schemas.microsoft.com/office/drawing/2014/main" id="{00090793-DF5A-D886-C707-29BCCC64CA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3580" y="2114104"/>
            <a:ext cx="4937760" cy="1962621"/>
          </a:xfrm>
        </p:spPr>
      </p:pic>
      <p:pic>
        <p:nvPicPr>
          <p:cNvPr id="6" name="Picture 6" descr="A picture containing text, invertebrate&#10;&#10;Description automatically generated">
            <a:extLst>
              <a:ext uri="{FF2B5EF4-FFF2-40B4-BE49-F238E27FC236}">
                <a16:creationId xmlns:a16="http://schemas.microsoft.com/office/drawing/2014/main" id="{5A53D44F-ED9A-3455-4F11-DE8AFA001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06" y="4249349"/>
            <a:ext cx="4957312" cy="198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994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E92C-B15C-ABEB-FFA6-EF07ACA2B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9859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REPRODUCTIVE CLONING</a:t>
            </a:r>
            <a:br>
              <a:rPr lang="en-US" dirty="0">
                <a:cs typeface="Calibri Light" panose="020F0302020204030204"/>
              </a:rPr>
            </a:br>
            <a:r>
              <a:rPr lang="en-US" sz="2200" dirty="0">
                <a:cs typeface="Calibri Light" panose="020F0302020204030204"/>
              </a:rPr>
              <a:t>Used to produce new individual with identical DNA to living individual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A5007-6FB1-FF8D-6807-4FB14EA7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25" y="1845734"/>
            <a:ext cx="5208402" cy="4454680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SOMATIC CELL NUCLEAR TRANSFER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Nucleus of somatic (body) cell transferred to enucleated (nucleus removed) egg cell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The somatic nucleus "reprograms" egg cell to become zygote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Zygote divides &amp; develops, placed in surrogate mother, carried to term, &amp; delivered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400" dirty="0">
                <a:cs typeface="Calibri" panose="020F0502020204030204"/>
              </a:rPr>
              <a:t>Dolly the sheep was first successful cloning of a mammal through this method</a:t>
            </a:r>
          </a:p>
        </p:txBody>
      </p:sp>
      <p:pic>
        <p:nvPicPr>
          <p:cNvPr id="5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AFC049FD-F319-BFDF-35C0-187A83C91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188" y="1979791"/>
            <a:ext cx="6643676" cy="395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53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0CFA-45DE-FBC1-9A6A-E46A6015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808" y="272225"/>
            <a:ext cx="5960853" cy="1191965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THERAPEUTIC CLONING</a:t>
            </a:r>
          </a:p>
        </p:txBody>
      </p:sp>
      <p:pic>
        <p:nvPicPr>
          <p:cNvPr id="5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29DF7669-A464-9CA3-EB5A-B864B21FE0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3613" y="77320"/>
            <a:ext cx="6247212" cy="626622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B6218-1F20-DAC2-2C9B-56CC9FCF7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2274" y="1845734"/>
            <a:ext cx="5265928" cy="4497811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Refers to use of Somatic Cell Nuclear Transfer to reprogram somatic cells into stem cells</a:t>
            </a:r>
          </a:p>
          <a:p>
            <a:pPr marL="383540" lvl="1"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Stem cells </a:t>
            </a:r>
            <a:r>
              <a:rPr lang="en-US" sz="2800" dirty="0">
                <a:cs typeface="Calibri" panose="020F0502020204030204"/>
              </a:rPr>
              <a:t>– undifferentiated cells with potential to develop into many different types of cells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Used in treatment of degenerative diseases, traumatic injuries, or genetically predisposed conditions</a:t>
            </a:r>
          </a:p>
        </p:txBody>
      </p:sp>
    </p:spTree>
    <p:extLst>
      <p:ext uri="{BB962C8B-B14F-4D97-AF65-F5344CB8AC3E}">
        <p14:creationId xmlns:p14="http://schemas.microsoft.com/office/powerpoint/2010/main" val="2788863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A6C5-4B4B-BF78-EDA1-94A34CAE5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21361"/>
          </a:xfrm>
        </p:spPr>
        <p:txBody>
          <a:bodyPr/>
          <a:lstStyle/>
          <a:p>
            <a:pPr algn="ctr"/>
            <a:r>
              <a:rPr lang="en-US" dirty="0">
                <a:cs typeface="Calibri Light" panose="020F0302020204030204"/>
              </a:rPr>
              <a:t>PLASMID CLONING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E06A-0068-52B7-1227-5A726EB20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4376" y="1845734"/>
            <a:ext cx="5381624" cy="4425925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20F0502020204030204" pitchFamily="34" charset="0"/>
              <a:buChar char="§"/>
            </a:pPr>
            <a:r>
              <a:rPr lang="en-US" sz="2800" b="1" dirty="0">
                <a:solidFill>
                  <a:srgbClr val="00B0F0"/>
                </a:solidFill>
                <a:cs typeface="Calibri" panose="020F0502020204030204"/>
              </a:rPr>
              <a:t>Plasmid</a:t>
            </a:r>
            <a:r>
              <a:rPr lang="en-US" sz="2800" dirty="0">
                <a:cs typeface="Calibri" panose="020F0502020204030204"/>
              </a:rPr>
              <a:t> – additional piece of DNA in bacterial cells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Target gene cut from DNA &amp; inserted into bacterial plasmid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Bacteria replicate plasmid (&amp; target gene), induced to produce protein</a:t>
            </a:r>
          </a:p>
          <a:p>
            <a:pPr>
              <a:buFont typeface="Wingdings" panose="020F0502020204030204" pitchFamily="34" charset="0"/>
              <a:buChar char="§"/>
            </a:pPr>
            <a:r>
              <a:rPr lang="en-US" sz="2800" dirty="0">
                <a:cs typeface="Calibri" panose="020F0502020204030204"/>
              </a:rPr>
              <a:t>Most commonly used technique in molecular biology research</a:t>
            </a:r>
          </a:p>
        </p:txBody>
      </p:sp>
      <p:pic>
        <p:nvPicPr>
          <p:cNvPr id="5" name="Picture 5" descr="Shape&#10;&#10;Description automatically generated">
            <a:extLst>
              <a:ext uri="{FF2B5EF4-FFF2-40B4-BE49-F238E27FC236}">
                <a16:creationId xmlns:a16="http://schemas.microsoft.com/office/drawing/2014/main" id="{F02A8452-D6DF-D9E2-F62F-A4A23AE251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6977" r="8140"/>
          <a:stretch/>
        </p:blipFill>
        <p:spPr>
          <a:xfrm>
            <a:off x="6189165" y="1772193"/>
            <a:ext cx="5871337" cy="4573011"/>
          </a:xfrm>
        </p:spPr>
      </p:pic>
    </p:spTree>
    <p:extLst>
      <p:ext uri="{BB962C8B-B14F-4D97-AF65-F5344CB8AC3E}">
        <p14:creationId xmlns:p14="http://schemas.microsoft.com/office/powerpoint/2010/main" val="15710581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6BDF-BEB7-E491-F860-F8782B65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2843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cs typeface="Calibri Light" panose="020F0302020204030204"/>
              </a:rPr>
              <a:t>GEL ELECTROPHORESIS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1095B-1739-DB68-1460-6657C8C22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899" y="1826684"/>
            <a:ext cx="10687574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>
              <a:buFont typeface="Wingdings" panose="020F0502020204030204" pitchFamily="34" charset="0"/>
              <a:buChar char="§"/>
            </a:pPr>
            <a:r>
              <a:rPr lang="en-US" sz="2800" dirty="0">
                <a:cs typeface="Calibri"/>
              </a:rPr>
              <a:t>Laboratory method to separate mixtures of DNA, RNA, or protein by size</a:t>
            </a:r>
          </a:p>
          <a:p>
            <a:pPr algn="ctr">
              <a:buFont typeface="Wingdings" panose="020F0502020204030204" pitchFamily="34" charset="0"/>
              <a:buChar char="§"/>
            </a:pPr>
            <a:r>
              <a:rPr lang="en-US" sz="2800" dirty="0">
                <a:cs typeface="Calibri"/>
              </a:rPr>
              <a:t>DNA has overall negative charge so it is attracted to positive charge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6A512F08-BA24-643D-E49F-5257B08C8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2904565"/>
            <a:ext cx="8833486" cy="383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5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B10C-7FA3-4694-87F8-556D7E5C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488" y="646038"/>
            <a:ext cx="2869721" cy="145075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Online Media 3" title="Gel Electrophoresis">
            <a:hlinkClick r:id="" action="ppaction://media"/>
            <a:extLst>
              <a:ext uri="{FF2B5EF4-FFF2-40B4-BE49-F238E27FC236}">
                <a16:creationId xmlns:a16="http://schemas.microsoft.com/office/drawing/2014/main" id="{404AC08E-0CC4-7AE3-A17F-AE3CA586F40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96655" y="159050"/>
            <a:ext cx="9201507" cy="653450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E9DF9F-5D9C-107F-58C0-E83FFF5E5A7E}"/>
              </a:ext>
            </a:extLst>
          </p:cNvPr>
          <p:cNvSpPr txBox="1"/>
          <p:nvPr/>
        </p:nvSpPr>
        <p:spPr>
          <a:xfrm>
            <a:off x="10866782" y="5421826"/>
            <a:ext cx="11098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Calibri"/>
              </a:rPr>
              <a:t>Jump to 1:42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8654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5E13-532D-7E31-F98A-0ABBFB04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3959" y="415999"/>
            <a:ext cx="4508740" cy="14220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cs typeface="Calibri Light" panose="020F0302020204030204"/>
              </a:rPr>
              <a:t>DNA FINGERPRINTING PRACTICE</a:t>
            </a:r>
          </a:p>
        </p:txBody>
      </p:sp>
      <p:pic>
        <p:nvPicPr>
          <p:cNvPr id="4" name="Picture 4" descr="A picture containing engineering drawing&#10;&#10;Description automatically generated">
            <a:extLst>
              <a:ext uri="{FF2B5EF4-FFF2-40B4-BE49-F238E27FC236}">
                <a16:creationId xmlns:a16="http://schemas.microsoft.com/office/drawing/2014/main" id="{502947E0-D4BD-7AA4-8A22-638118CC46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5867" r="-255"/>
          <a:stretch/>
        </p:blipFill>
        <p:spPr>
          <a:xfrm>
            <a:off x="162435" y="1133778"/>
            <a:ext cx="7224310" cy="562022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4EC53F-5D08-E007-3920-21521A063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98146" y="1845735"/>
            <a:ext cx="4348288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2800" dirty="0">
                <a:cs typeface="Calibri"/>
              </a:rPr>
              <a:t>Using the banding patterns, determine which couple (A, B, C) are the parents of each infant (1, 2, 3). </a:t>
            </a:r>
          </a:p>
          <a:p>
            <a:r>
              <a:rPr lang="en-US" sz="2800" dirty="0">
                <a:cs typeface="Calibri"/>
              </a:rPr>
              <a:t>For each infant band, identify which parent shares the same segment of DNA.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E420C-6FF6-CDB1-1CC0-1D189F5685D5}"/>
              </a:ext>
            </a:extLst>
          </p:cNvPr>
          <p:cNvSpPr txBox="1"/>
          <p:nvPr/>
        </p:nvSpPr>
        <p:spPr>
          <a:xfrm>
            <a:off x="975472" y="664796"/>
            <a:ext cx="4513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  <a:cs typeface="Calibri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329DA-11D8-976E-0CCA-45C05C89DF84}"/>
              </a:ext>
            </a:extLst>
          </p:cNvPr>
          <p:cNvSpPr txBox="1"/>
          <p:nvPr/>
        </p:nvSpPr>
        <p:spPr>
          <a:xfrm>
            <a:off x="2384453" y="664795"/>
            <a:ext cx="4513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  <a:cs typeface="Calibri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8F0A0-C8CE-7A54-8C6C-C84F1A064728}"/>
              </a:ext>
            </a:extLst>
          </p:cNvPr>
          <p:cNvSpPr txBox="1"/>
          <p:nvPr/>
        </p:nvSpPr>
        <p:spPr>
          <a:xfrm>
            <a:off x="3721547" y="664796"/>
            <a:ext cx="4513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  <a:cs typeface="Calibri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7036E-9B7F-90B2-10E7-653738C27521}"/>
              </a:ext>
            </a:extLst>
          </p:cNvPr>
          <p:cNvSpPr txBox="1"/>
          <p:nvPr/>
        </p:nvSpPr>
        <p:spPr>
          <a:xfrm>
            <a:off x="5381820" y="605099"/>
            <a:ext cx="12752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  <a:cs typeface="Calibri"/>
              </a:rPr>
              <a:t>INFANTS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B2436-DAFB-5C3F-E426-A586330E5ABD}"/>
              </a:ext>
            </a:extLst>
          </p:cNvPr>
          <p:cNvSpPr txBox="1"/>
          <p:nvPr/>
        </p:nvSpPr>
        <p:spPr>
          <a:xfrm>
            <a:off x="1928441" y="290360"/>
            <a:ext cx="13602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  <a:cs typeface="Calibri"/>
              </a:rPr>
              <a:t>COUPLES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70829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2194</Words>
  <Application>Microsoft Office PowerPoint</Application>
  <PresentationFormat>Widescreen</PresentationFormat>
  <Paragraphs>289</Paragraphs>
  <Slides>53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Wingdings,Sans-Serif</vt:lpstr>
      <vt:lpstr>Retrospect</vt:lpstr>
      <vt:lpstr>MOLECULAR BIOLOGY</vt:lpstr>
      <vt:lpstr>JOHANN FRIEDRICH MIESCHER 1844-1895</vt:lpstr>
      <vt:lpstr>FREDERICK GRIFFITH 1879-1941</vt:lpstr>
      <vt:lpstr>VIDEO – GRIFFITH'S EXPERIMENT</vt:lpstr>
      <vt:lpstr>AVERY, MACLEOD, and MCCARTY 1944</vt:lpstr>
      <vt:lpstr>DNA vs PROTEIN DEBATE Prior to 1950s</vt:lpstr>
      <vt:lpstr>HERSHEY &amp; CHASE 1952</vt:lpstr>
      <vt:lpstr>ERWIN CHARGAFF 1905-2002</vt:lpstr>
      <vt:lpstr>CHARGAFF'S RULE - PRACTICE</vt:lpstr>
      <vt:lpstr>CHARGAFF'S RULE - PRACTICE</vt:lpstr>
      <vt:lpstr>CHARGAFF'S RULE - PRACTICE</vt:lpstr>
      <vt:lpstr>CHARGAFF'S RULE - PRACTICE</vt:lpstr>
      <vt:lpstr>ROSALIND FRANKLIN 1920-1958</vt:lpstr>
      <vt:lpstr>LINUS PAULING 1901-1994</vt:lpstr>
      <vt:lpstr>WATSON &amp; CRICK February 28, 1953</vt:lpstr>
      <vt:lpstr>DEOXYRIBONUCLEIC ACID DNA</vt:lpstr>
      <vt:lpstr>NUCLEOTIDE STRUCTURE</vt:lpstr>
      <vt:lpstr>DNA NUCLEOTIDES</vt:lpstr>
      <vt:lpstr>NUCLEOTIDE BONDING</vt:lpstr>
      <vt:lpstr>HYDROGEN BONDING</vt:lpstr>
      <vt:lpstr>DNA REPLICATION</vt:lpstr>
      <vt:lpstr>DNA REPLICATION - OVERVIEW</vt:lpstr>
      <vt:lpstr>DNA REPLICATION INITIATION</vt:lpstr>
      <vt:lpstr>DNA REPLICATION ELONGATION</vt:lpstr>
      <vt:lpstr>DNA REPLICATION TERMINATION</vt:lpstr>
      <vt:lpstr>VIDEO – DNA REPLICATION</vt:lpstr>
      <vt:lpstr>DNA REPLICATION BACTERIAL CELL</vt:lpstr>
      <vt:lpstr>DNA PROOFREADING</vt:lpstr>
      <vt:lpstr>DNA REPAIR</vt:lpstr>
      <vt:lpstr>DNA ERRORS</vt:lpstr>
      <vt:lpstr>CENTRAL DOGMA OF MOLECULAR BIOLOGY</vt:lpstr>
      <vt:lpstr>RIBONUCLEIC ACID RNA</vt:lpstr>
      <vt:lpstr>TRANSCRIPTION</vt:lpstr>
      <vt:lpstr>TRANSCRIPTION</vt:lpstr>
      <vt:lpstr>VIDEO - TRANSCRIPTION</vt:lpstr>
      <vt:lpstr>PROTEIN REVIEW</vt:lpstr>
      <vt:lpstr>TRANSLATION</vt:lpstr>
      <vt:lpstr>TRANSLATION</vt:lpstr>
      <vt:lpstr>TRANSLATION</vt:lpstr>
      <vt:lpstr>TRANSLATION</vt:lpstr>
      <vt:lpstr>CODON CHART</vt:lpstr>
      <vt:lpstr>PowerPoint Presentation</vt:lpstr>
      <vt:lpstr>MUTATIONS</vt:lpstr>
      <vt:lpstr>SICKLE CELL ANEMIA</vt:lpstr>
      <vt:lpstr>CAUSES OF MUTATIONS</vt:lpstr>
      <vt:lpstr>CLONING</vt:lpstr>
      <vt:lpstr>REPRODUCTIVE CLONING Used to produce new individual with identical DNA to living individual</vt:lpstr>
      <vt:lpstr>REPRODUCTIVE CLONING Used to produce new individual with identical DNA to living individual</vt:lpstr>
      <vt:lpstr>THERAPEUTIC CLONING</vt:lpstr>
      <vt:lpstr>PLASMID CLONING</vt:lpstr>
      <vt:lpstr>GEL ELECTROPHORESIS</vt:lpstr>
      <vt:lpstr>PowerPoint Presentation</vt:lpstr>
      <vt:lpstr>DNA FINGERPRINTING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Robin Carraway</cp:lastModifiedBy>
  <cp:revision>1925</cp:revision>
  <dcterms:created xsi:type="dcterms:W3CDTF">2023-03-15T14:38:06Z</dcterms:created>
  <dcterms:modified xsi:type="dcterms:W3CDTF">2026-01-20T19:03:36Z</dcterms:modified>
</cp:coreProperties>
</file>