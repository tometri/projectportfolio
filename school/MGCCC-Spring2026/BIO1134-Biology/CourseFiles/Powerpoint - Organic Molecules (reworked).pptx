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sldIdLst>
    <p:sldId id="256" r:id="rId5"/>
    <p:sldId id="291" r:id="rId6"/>
    <p:sldId id="288" r:id="rId7"/>
    <p:sldId id="289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7" r:id="rId16"/>
    <p:sldId id="269" r:id="rId17"/>
    <p:sldId id="271" r:id="rId18"/>
    <p:sldId id="270" r:id="rId19"/>
    <p:sldId id="265" r:id="rId20"/>
    <p:sldId id="273" r:id="rId21"/>
    <p:sldId id="272" r:id="rId22"/>
    <p:sldId id="274" r:id="rId23"/>
    <p:sldId id="275" r:id="rId24"/>
    <p:sldId id="276" r:id="rId25"/>
    <p:sldId id="277" r:id="rId26"/>
    <p:sldId id="278" r:id="rId27"/>
    <p:sldId id="279" r:id="rId28"/>
    <p:sldId id="264" r:id="rId29"/>
    <p:sldId id="280" r:id="rId30"/>
    <p:sldId id="281" r:id="rId31"/>
    <p:sldId id="282" r:id="rId32"/>
    <p:sldId id="283" r:id="rId33"/>
    <p:sldId id="284" r:id="rId34"/>
    <p:sldId id="266" r:id="rId35"/>
    <p:sldId id="285" r:id="rId36"/>
    <p:sldId id="286" r:id="rId37"/>
    <p:sldId id="287" r:id="rId38"/>
    <p:sldId id="290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2F55EFE-661A-B97B-2EAF-4E7DEA0A73C5}" v="2" dt="2025-02-05T23:00:35.8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25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50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tableStyles" Target="tableStyle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in Carraway" userId="S::robin.carraway@mgccc.edu::1a99621e-78e1-4542-bebd-b614a66eedc8" providerId="AD" clId="Web-{D2F55EFE-661A-B97B-2EAF-4E7DEA0A73C5}"/>
    <pc:docChg chg="addSld modSld">
      <pc:chgData name="Robin Carraway" userId="S::robin.carraway@mgccc.edu::1a99621e-78e1-4542-bebd-b614a66eedc8" providerId="AD" clId="Web-{D2F55EFE-661A-B97B-2EAF-4E7DEA0A73C5}" dt="2025-02-05T23:00:35.894" v="1"/>
      <pc:docMkLst>
        <pc:docMk/>
      </pc:docMkLst>
      <pc:sldChg chg="delSp new mod modClrScheme chgLayout">
        <pc:chgData name="Robin Carraway" userId="S::robin.carraway@mgccc.edu::1a99621e-78e1-4542-bebd-b614a66eedc8" providerId="AD" clId="Web-{D2F55EFE-661A-B97B-2EAF-4E7DEA0A73C5}" dt="2025-02-05T23:00:35.894" v="1"/>
        <pc:sldMkLst>
          <pc:docMk/>
          <pc:sldMk cId="333794555" sldId="291"/>
        </pc:sldMkLst>
        <pc:spChg chg="del">
          <ac:chgData name="Robin Carraway" userId="S::robin.carraway@mgccc.edu::1a99621e-78e1-4542-bebd-b614a66eedc8" providerId="AD" clId="Web-{D2F55EFE-661A-B97B-2EAF-4E7DEA0A73C5}" dt="2025-02-05T23:00:35.894" v="1"/>
          <ac:spMkLst>
            <pc:docMk/>
            <pc:sldMk cId="333794555" sldId="291"/>
            <ac:spMk id="2" creationId="{065A85D1-ED04-34CB-A328-69E4473EDE2B}"/>
          </ac:spMkLst>
        </pc:spChg>
        <pc:spChg chg="del">
          <ac:chgData name="Robin Carraway" userId="S::robin.carraway@mgccc.edu::1a99621e-78e1-4542-bebd-b614a66eedc8" providerId="AD" clId="Web-{D2F55EFE-661A-B97B-2EAF-4E7DEA0A73C5}" dt="2025-02-05T23:00:35.894" v="1"/>
          <ac:spMkLst>
            <pc:docMk/>
            <pc:sldMk cId="333794555" sldId="291"/>
            <ac:spMk id="3" creationId="{C8A0E9BA-45D2-997C-DC97-D0F6705328AF}"/>
          </ac:spMkLst>
        </pc:spChg>
      </pc:sldChg>
    </pc:docChg>
  </pc:docChgLst>
  <pc:docChgLst>
    <pc:chgData name="Robin Carraway" userId="1a99621e-78e1-4542-bebd-b614a66eedc8" providerId="ADAL" clId="{0070B234-7488-470D-9089-C0BE1DD5C4D0}"/>
    <pc:docChg chg="custSel addSld delSld modSld sldOrd">
      <pc:chgData name="Robin Carraway" userId="1a99621e-78e1-4542-bebd-b614a66eedc8" providerId="ADAL" clId="{0070B234-7488-470D-9089-C0BE1DD5C4D0}" dt="2025-01-17T18:04:26.202" v="527" actId="27636"/>
      <pc:docMkLst>
        <pc:docMk/>
      </pc:docMkLst>
      <pc:sldChg chg="modSp">
        <pc:chgData name="Robin Carraway" userId="1a99621e-78e1-4542-bebd-b614a66eedc8" providerId="ADAL" clId="{0070B234-7488-470D-9089-C0BE1DD5C4D0}" dt="2025-01-13T19:23:15.272" v="3" actId="207"/>
        <pc:sldMkLst>
          <pc:docMk/>
          <pc:sldMk cId="2080705708" sldId="257"/>
        </pc:sldMkLst>
        <pc:spChg chg="mod">
          <ac:chgData name="Robin Carraway" userId="1a99621e-78e1-4542-bebd-b614a66eedc8" providerId="ADAL" clId="{0070B234-7488-470D-9089-C0BE1DD5C4D0}" dt="2025-01-13T19:23:15.272" v="3" actId="207"/>
          <ac:spMkLst>
            <pc:docMk/>
            <pc:sldMk cId="2080705708" sldId="257"/>
            <ac:spMk id="3" creationId="{8EDB875A-FC69-4A8D-9204-1700365764D1}"/>
          </ac:spMkLst>
        </pc:spChg>
      </pc:sldChg>
      <pc:sldChg chg="modSp">
        <pc:chgData name="Robin Carraway" userId="1a99621e-78e1-4542-bebd-b614a66eedc8" providerId="ADAL" clId="{0070B234-7488-470D-9089-C0BE1DD5C4D0}" dt="2025-01-13T19:23:05.896" v="2" actId="207"/>
        <pc:sldMkLst>
          <pc:docMk/>
          <pc:sldMk cId="3968991450" sldId="260"/>
        </pc:sldMkLst>
        <pc:spChg chg="mod">
          <ac:chgData name="Robin Carraway" userId="1a99621e-78e1-4542-bebd-b614a66eedc8" providerId="ADAL" clId="{0070B234-7488-470D-9089-C0BE1DD5C4D0}" dt="2025-01-13T19:23:05.896" v="2" actId="207"/>
          <ac:spMkLst>
            <pc:docMk/>
            <pc:sldMk cId="3968991450" sldId="260"/>
            <ac:spMk id="2" creationId="{328BCF70-125E-4FEC-A14F-D8496FC14CAA}"/>
          </ac:spMkLst>
        </pc:spChg>
      </pc:sldChg>
      <pc:sldChg chg="modSp">
        <pc:chgData name="Robin Carraway" userId="1a99621e-78e1-4542-bebd-b614a66eedc8" providerId="ADAL" clId="{0070B234-7488-470D-9089-C0BE1DD5C4D0}" dt="2025-01-13T19:23:24.774" v="5" actId="207"/>
        <pc:sldMkLst>
          <pc:docMk/>
          <pc:sldMk cId="4106043493" sldId="261"/>
        </pc:sldMkLst>
        <pc:spChg chg="mod">
          <ac:chgData name="Robin Carraway" userId="1a99621e-78e1-4542-bebd-b614a66eedc8" providerId="ADAL" clId="{0070B234-7488-470D-9089-C0BE1DD5C4D0}" dt="2025-01-13T19:23:24.774" v="5" actId="207"/>
          <ac:spMkLst>
            <pc:docMk/>
            <pc:sldMk cId="4106043493" sldId="261"/>
            <ac:spMk id="4" creationId="{4971BFE5-B805-48F7-984F-BD49F18F2AD5}"/>
          </ac:spMkLst>
        </pc:spChg>
      </pc:sldChg>
      <pc:sldChg chg="modSp">
        <pc:chgData name="Robin Carraway" userId="1a99621e-78e1-4542-bebd-b614a66eedc8" providerId="ADAL" clId="{0070B234-7488-470D-9089-C0BE1DD5C4D0}" dt="2025-01-13T19:23:39.688" v="8" actId="207"/>
        <pc:sldMkLst>
          <pc:docMk/>
          <pc:sldMk cId="2752466012" sldId="263"/>
        </pc:sldMkLst>
        <pc:spChg chg="mod">
          <ac:chgData name="Robin Carraway" userId="1a99621e-78e1-4542-bebd-b614a66eedc8" providerId="ADAL" clId="{0070B234-7488-470D-9089-C0BE1DD5C4D0}" dt="2025-01-13T19:23:31.631" v="6" actId="207"/>
          <ac:spMkLst>
            <pc:docMk/>
            <pc:sldMk cId="2752466012" sldId="263"/>
            <ac:spMk id="3" creationId="{19B9D700-959C-49B4-A743-80B39BE5CE6A}"/>
          </ac:spMkLst>
        </pc:spChg>
        <pc:spChg chg="mod">
          <ac:chgData name="Robin Carraway" userId="1a99621e-78e1-4542-bebd-b614a66eedc8" providerId="ADAL" clId="{0070B234-7488-470D-9089-C0BE1DD5C4D0}" dt="2025-01-13T19:23:39.688" v="8" actId="207"/>
          <ac:spMkLst>
            <pc:docMk/>
            <pc:sldMk cId="2752466012" sldId="263"/>
            <ac:spMk id="4" creationId="{67CBC454-D006-4B7A-990C-60528E971743}"/>
          </ac:spMkLst>
        </pc:spChg>
      </pc:sldChg>
      <pc:sldChg chg="modSp">
        <pc:chgData name="Robin Carraway" userId="1a99621e-78e1-4542-bebd-b614a66eedc8" providerId="ADAL" clId="{0070B234-7488-470D-9089-C0BE1DD5C4D0}" dt="2025-01-13T19:28:05.777" v="78" actId="207"/>
        <pc:sldMkLst>
          <pc:docMk/>
          <pc:sldMk cId="2828492969" sldId="264"/>
        </pc:sldMkLst>
        <pc:spChg chg="mod">
          <ac:chgData name="Robin Carraway" userId="1a99621e-78e1-4542-bebd-b614a66eedc8" providerId="ADAL" clId="{0070B234-7488-470D-9089-C0BE1DD5C4D0}" dt="2025-01-13T19:27:59.569" v="76" actId="207"/>
          <ac:spMkLst>
            <pc:docMk/>
            <pc:sldMk cId="2828492969" sldId="264"/>
            <ac:spMk id="2" creationId="{CBA15AC6-A157-4819-BB63-8ED086B1B03C}"/>
          </ac:spMkLst>
        </pc:spChg>
        <pc:spChg chg="mod">
          <ac:chgData name="Robin Carraway" userId="1a99621e-78e1-4542-bebd-b614a66eedc8" providerId="ADAL" clId="{0070B234-7488-470D-9089-C0BE1DD5C4D0}" dt="2025-01-13T19:28:05.777" v="78" actId="207"/>
          <ac:spMkLst>
            <pc:docMk/>
            <pc:sldMk cId="2828492969" sldId="264"/>
            <ac:spMk id="3" creationId="{2188F4EE-36A2-4403-8112-990A212891C4}"/>
          </ac:spMkLst>
        </pc:spChg>
      </pc:sldChg>
      <pc:sldChg chg="modSp">
        <pc:chgData name="Robin Carraway" userId="1a99621e-78e1-4542-bebd-b614a66eedc8" providerId="ADAL" clId="{0070B234-7488-470D-9089-C0BE1DD5C4D0}" dt="2025-01-13T19:25:00.744" v="44" actId="207"/>
        <pc:sldMkLst>
          <pc:docMk/>
          <pc:sldMk cId="1459593127" sldId="265"/>
        </pc:sldMkLst>
        <pc:spChg chg="mod">
          <ac:chgData name="Robin Carraway" userId="1a99621e-78e1-4542-bebd-b614a66eedc8" providerId="ADAL" clId="{0070B234-7488-470D-9089-C0BE1DD5C4D0}" dt="2025-01-13T19:24:50.872" v="42" actId="207"/>
          <ac:spMkLst>
            <pc:docMk/>
            <pc:sldMk cId="1459593127" sldId="265"/>
            <ac:spMk id="2" creationId="{35EB0C45-CE9A-4E51-91E8-BFB0BA1C89A4}"/>
          </ac:spMkLst>
        </pc:spChg>
        <pc:spChg chg="mod">
          <ac:chgData name="Robin Carraway" userId="1a99621e-78e1-4542-bebd-b614a66eedc8" providerId="ADAL" clId="{0070B234-7488-470D-9089-C0BE1DD5C4D0}" dt="2025-01-13T19:25:00.744" v="44" actId="207"/>
          <ac:spMkLst>
            <pc:docMk/>
            <pc:sldMk cId="1459593127" sldId="265"/>
            <ac:spMk id="3" creationId="{2172F96B-67F1-413D-9769-3A092EDBD075}"/>
          </ac:spMkLst>
        </pc:spChg>
      </pc:sldChg>
      <pc:sldChg chg="modSp">
        <pc:chgData name="Robin Carraway" userId="1a99621e-78e1-4542-bebd-b614a66eedc8" providerId="ADAL" clId="{0070B234-7488-470D-9089-C0BE1DD5C4D0}" dt="2025-01-13T19:29:23.497" v="84" actId="207"/>
        <pc:sldMkLst>
          <pc:docMk/>
          <pc:sldMk cId="1783251055" sldId="266"/>
        </pc:sldMkLst>
        <pc:spChg chg="mod">
          <ac:chgData name="Robin Carraway" userId="1a99621e-78e1-4542-bebd-b614a66eedc8" providerId="ADAL" clId="{0070B234-7488-470D-9089-C0BE1DD5C4D0}" dt="2025-01-13T19:29:12.939" v="80" actId="113"/>
          <ac:spMkLst>
            <pc:docMk/>
            <pc:sldMk cId="1783251055" sldId="266"/>
            <ac:spMk id="2" creationId="{1F72BABE-DD35-44F4-8591-4D9902AAA2E0}"/>
          </ac:spMkLst>
        </pc:spChg>
        <pc:spChg chg="mod">
          <ac:chgData name="Robin Carraway" userId="1a99621e-78e1-4542-bebd-b614a66eedc8" providerId="ADAL" clId="{0070B234-7488-470D-9089-C0BE1DD5C4D0}" dt="2025-01-13T19:29:23.497" v="84" actId="207"/>
          <ac:spMkLst>
            <pc:docMk/>
            <pc:sldMk cId="1783251055" sldId="266"/>
            <ac:spMk id="3" creationId="{ECCFB74C-B22E-415F-A96E-F34850C4D964}"/>
          </ac:spMkLst>
        </pc:spChg>
      </pc:sldChg>
      <pc:sldChg chg="modSp">
        <pc:chgData name="Robin Carraway" userId="1a99621e-78e1-4542-bebd-b614a66eedc8" providerId="ADAL" clId="{0070B234-7488-470D-9089-C0BE1DD5C4D0}" dt="2025-01-13T19:23:44.031" v="9" actId="207"/>
        <pc:sldMkLst>
          <pc:docMk/>
          <pc:sldMk cId="2941602945" sldId="267"/>
        </pc:sldMkLst>
        <pc:spChg chg="mod">
          <ac:chgData name="Robin Carraway" userId="1a99621e-78e1-4542-bebd-b614a66eedc8" providerId="ADAL" clId="{0070B234-7488-470D-9089-C0BE1DD5C4D0}" dt="2025-01-13T19:23:44.031" v="9" actId="207"/>
          <ac:spMkLst>
            <pc:docMk/>
            <pc:sldMk cId="2941602945" sldId="267"/>
            <ac:spMk id="7" creationId="{4CC60479-F3D1-46EA-9FDC-517BF54DFA91}"/>
          </ac:spMkLst>
        </pc:spChg>
      </pc:sldChg>
      <pc:sldChg chg="modSp">
        <pc:chgData name="Robin Carraway" userId="1a99621e-78e1-4542-bebd-b614a66eedc8" providerId="ADAL" clId="{0070B234-7488-470D-9089-C0BE1DD5C4D0}" dt="2025-01-13T19:24:39.921" v="41" actId="20577"/>
        <pc:sldMkLst>
          <pc:docMk/>
          <pc:sldMk cId="3423624723" sldId="270"/>
        </pc:sldMkLst>
        <pc:spChg chg="mod">
          <ac:chgData name="Robin Carraway" userId="1a99621e-78e1-4542-bebd-b614a66eedc8" providerId="ADAL" clId="{0070B234-7488-470D-9089-C0BE1DD5C4D0}" dt="2025-01-13T19:24:39.921" v="41" actId="20577"/>
          <ac:spMkLst>
            <pc:docMk/>
            <pc:sldMk cId="3423624723" sldId="270"/>
            <ac:spMk id="3" creationId="{974FEBB9-1B03-4ECB-A56E-B4785A974A1E}"/>
          </ac:spMkLst>
        </pc:spChg>
      </pc:sldChg>
      <pc:sldChg chg="modSp">
        <pc:chgData name="Robin Carraway" userId="1a99621e-78e1-4542-bebd-b614a66eedc8" providerId="ADAL" clId="{0070B234-7488-470D-9089-C0BE1DD5C4D0}" dt="2025-01-13T19:24:12.904" v="11" actId="207"/>
        <pc:sldMkLst>
          <pc:docMk/>
          <pc:sldMk cId="2051211359" sldId="271"/>
        </pc:sldMkLst>
        <pc:spChg chg="mod">
          <ac:chgData name="Robin Carraway" userId="1a99621e-78e1-4542-bebd-b614a66eedc8" providerId="ADAL" clId="{0070B234-7488-470D-9089-C0BE1DD5C4D0}" dt="2025-01-13T19:24:12.904" v="11" actId="207"/>
          <ac:spMkLst>
            <pc:docMk/>
            <pc:sldMk cId="2051211359" sldId="271"/>
            <ac:spMk id="3" creationId="{847EEF67-5FE7-4920-A0BC-CF58C7142E3F}"/>
          </ac:spMkLst>
        </pc:spChg>
      </pc:sldChg>
      <pc:sldChg chg="modSp">
        <pc:chgData name="Robin Carraway" userId="1a99621e-78e1-4542-bebd-b614a66eedc8" providerId="ADAL" clId="{0070B234-7488-470D-9089-C0BE1DD5C4D0}" dt="2025-01-13T19:31:46.498" v="91" actId="207"/>
        <pc:sldMkLst>
          <pc:docMk/>
          <pc:sldMk cId="70167344" sldId="272"/>
        </pc:sldMkLst>
        <pc:spChg chg="mod">
          <ac:chgData name="Robin Carraway" userId="1a99621e-78e1-4542-bebd-b614a66eedc8" providerId="ADAL" clId="{0070B234-7488-470D-9089-C0BE1DD5C4D0}" dt="2025-01-13T19:25:12.304" v="45" actId="207"/>
          <ac:spMkLst>
            <pc:docMk/>
            <pc:sldMk cId="70167344" sldId="272"/>
            <ac:spMk id="2" creationId="{5D7BEDA9-655D-4533-A9C4-8CC97C4D5F77}"/>
          </ac:spMkLst>
        </pc:spChg>
        <pc:spChg chg="mod">
          <ac:chgData name="Robin Carraway" userId="1a99621e-78e1-4542-bebd-b614a66eedc8" providerId="ADAL" clId="{0070B234-7488-470D-9089-C0BE1DD5C4D0}" dt="2025-01-13T19:31:42.874" v="90" actId="207"/>
          <ac:spMkLst>
            <pc:docMk/>
            <pc:sldMk cId="70167344" sldId="272"/>
            <ac:spMk id="3" creationId="{3560C375-C94D-4897-AC89-08FFA3C73FF0}"/>
          </ac:spMkLst>
        </pc:spChg>
        <pc:spChg chg="mod">
          <ac:chgData name="Robin Carraway" userId="1a99621e-78e1-4542-bebd-b614a66eedc8" providerId="ADAL" clId="{0070B234-7488-470D-9089-C0BE1DD5C4D0}" dt="2025-01-13T19:31:46.498" v="91" actId="207"/>
          <ac:spMkLst>
            <pc:docMk/>
            <pc:sldMk cId="70167344" sldId="272"/>
            <ac:spMk id="4" creationId="{05F3FD35-A7C2-41A6-982D-0200A0A753FE}"/>
          </ac:spMkLst>
        </pc:spChg>
      </pc:sldChg>
      <pc:sldChg chg="modSp ord">
        <pc:chgData name="Robin Carraway" userId="1a99621e-78e1-4542-bebd-b614a66eedc8" providerId="ADAL" clId="{0070B234-7488-470D-9089-C0BE1DD5C4D0}" dt="2025-01-13T19:25:37.906" v="50" actId="113"/>
        <pc:sldMkLst>
          <pc:docMk/>
          <pc:sldMk cId="829826754" sldId="273"/>
        </pc:sldMkLst>
        <pc:spChg chg="mod">
          <ac:chgData name="Robin Carraway" userId="1a99621e-78e1-4542-bebd-b614a66eedc8" providerId="ADAL" clId="{0070B234-7488-470D-9089-C0BE1DD5C4D0}" dt="2025-01-13T19:25:27.769" v="47" actId="113"/>
          <ac:spMkLst>
            <pc:docMk/>
            <pc:sldMk cId="829826754" sldId="273"/>
            <ac:spMk id="2" creationId="{B1EDD33B-AC8D-4633-836A-9A2D2E991800}"/>
          </ac:spMkLst>
        </pc:spChg>
        <pc:spChg chg="mod">
          <ac:chgData name="Robin Carraway" userId="1a99621e-78e1-4542-bebd-b614a66eedc8" providerId="ADAL" clId="{0070B234-7488-470D-9089-C0BE1DD5C4D0}" dt="2025-01-13T19:25:37.906" v="50" actId="113"/>
          <ac:spMkLst>
            <pc:docMk/>
            <pc:sldMk cId="829826754" sldId="273"/>
            <ac:spMk id="4" creationId="{F29A62C2-28E7-48E3-AFBC-26F912EF5C66}"/>
          </ac:spMkLst>
        </pc:spChg>
      </pc:sldChg>
      <pc:sldChg chg="modSp">
        <pc:chgData name="Robin Carraway" userId="1a99621e-78e1-4542-bebd-b614a66eedc8" providerId="ADAL" clId="{0070B234-7488-470D-9089-C0BE1DD5C4D0}" dt="2025-01-13T19:26:26.389" v="56" actId="27636"/>
        <pc:sldMkLst>
          <pc:docMk/>
          <pc:sldMk cId="3978243643" sldId="274"/>
        </pc:sldMkLst>
        <pc:spChg chg="mod">
          <ac:chgData name="Robin Carraway" userId="1a99621e-78e1-4542-bebd-b614a66eedc8" providerId="ADAL" clId="{0070B234-7488-470D-9089-C0BE1DD5C4D0}" dt="2025-01-13T19:26:26.389" v="56" actId="27636"/>
          <ac:spMkLst>
            <pc:docMk/>
            <pc:sldMk cId="3978243643" sldId="274"/>
            <ac:spMk id="3" creationId="{7B51666A-0F72-4705-8EC8-C4FEF58B0132}"/>
          </ac:spMkLst>
        </pc:spChg>
      </pc:sldChg>
      <pc:sldChg chg="modSp">
        <pc:chgData name="Robin Carraway" userId="1a99621e-78e1-4542-bebd-b614a66eedc8" providerId="ADAL" clId="{0070B234-7488-470D-9089-C0BE1DD5C4D0}" dt="2025-01-13T19:26:51.769" v="61" actId="113"/>
        <pc:sldMkLst>
          <pc:docMk/>
          <pc:sldMk cId="252818088" sldId="275"/>
        </pc:sldMkLst>
        <pc:spChg chg="mod">
          <ac:chgData name="Robin Carraway" userId="1a99621e-78e1-4542-bebd-b614a66eedc8" providerId="ADAL" clId="{0070B234-7488-470D-9089-C0BE1DD5C4D0}" dt="2025-01-13T19:26:37.784" v="57" actId="207"/>
          <ac:spMkLst>
            <pc:docMk/>
            <pc:sldMk cId="252818088" sldId="275"/>
            <ac:spMk id="2" creationId="{F9F5515F-3886-4115-ACD3-FB4CBA420717}"/>
          </ac:spMkLst>
        </pc:spChg>
        <pc:spChg chg="mod">
          <ac:chgData name="Robin Carraway" userId="1a99621e-78e1-4542-bebd-b614a66eedc8" providerId="ADAL" clId="{0070B234-7488-470D-9089-C0BE1DD5C4D0}" dt="2025-01-13T19:26:51.769" v="61" actId="113"/>
          <ac:spMkLst>
            <pc:docMk/>
            <pc:sldMk cId="252818088" sldId="275"/>
            <ac:spMk id="3" creationId="{B58A1658-7315-4684-8A16-7CCCABCB7B30}"/>
          </ac:spMkLst>
        </pc:spChg>
      </pc:sldChg>
      <pc:sldChg chg="modSp">
        <pc:chgData name="Robin Carraway" userId="1a99621e-78e1-4542-bebd-b614a66eedc8" providerId="ADAL" clId="{0070B234-7488-470D-9089-C0BE1DD5C4D0}" dt="2025-01-13T19:26:58.466" v="62" actId="207"/>
        <pc:sldMkLst>
          <pc:docMk/>
          <pc:sldMk cId="3250213782" sldId="276"/>
        </pc:sldMkLst>
        <pc:spChg chg="mod">
          <ac:chgData name="Robin Carraway" userId="1a99621e-78e1-4542-bebd-b614a66eedc8" providerId="ADAL" clId="{0070B234-7488-470D-9089-C0BE1DD5C4D0}" dt="2025-01-13T19:26:58.466" v="62" actId="207"/>
          <ac:spMkLst>
            <pc:docMk/>
            <pc:sldMk cId="3250213782" sldId="276"/>
            <ac:spMk id="4" creationId="{C799B672-3F43-445B-B120-CB36BC1667F4}"/>
          </ac:spMkLst>
        </pc:spChg>
      </pc:sldChg>
      <pc:sldChg chg="modSp">
        <pc:chgData name="Robin Carraway" userId="1a99621e-78e1-4542-bebd-b614a66eedc8" providerId="ADAL" clId="{0070B234-7488-470D-9089-C0BE1DD5C4D0}" dt="2025-01-13T19:27:15.289" v="64" actId="20577"/>
        <pc:sldMkLst>
          <pc:docMk/>
          <pc:sldMk cId="2554578170" sldId="277"/>
        </pc:sldMkLst>
        <pc:spChg chg="mod">
          <ac:chgData name="Robin Carraway" userId="1a99621e-78e1-4542-bebd-b614a66eedc8" providerId="ADAL" clId="{0070B234-7488-470D-9089-C0BE1DD5C4D0}" dt="2025-01-13T19:27:09.504" v="63" actId="207"/>
          <ac:spMkLst>
            <pc:docMk/>
            <pc:sldMk cId="2554578170" sldId="277"/>
            <ac:spMk id="2" creationId="{D4518F21-84C1-48AD-BB0E-27C7F25CB1B1}"/>
          </ac:spMkLst>
        </pc:spChg>
        <pc:spChg chg="mod">
          <ac:chgData name="Robin Carraway" userId="1a99621e-78e1-4542-bebd-b614a66eedc8" providerId="ADAL" clId="{0070B234-7488-470D-9089-C0BE1DD5C4D0}" dt="2025-01-13T19:27:15.289" v="64" actId="20577"/>
          <ac:spMkLst>
            <pc:docMk/>
            <pc:sldMk cId="2554578170" sldId="277"/>
            <ac:spMk id="3" creationId="{7EC41EAE-0CCA-4464-994E-6C315550DCCA}"/>
          </ac:spMkLst>
        </pc:spChg>
      </pc:sldChg>
      <pc:sldChg chg="modSp">
        <pc:chgData name="Robin Carraway" userId="1a99621e-78e1-4542-bebd-b614a66eedc8" providerId="ADAL" clId="{0070B234-7488-470D-9089-C0BE1DD5C4D0}" dt="2025-01-13T19:27:22.760" v="65" actId="207"/>
        <pc:sldMkLst>
          <pc:docMk/>
          <pc:sldMk cId="1882235630" sldId="278"/>
        </pc:sldMkLst>
        <pc:spChg chg="mod">
          <ac:chgData name="Robin Carraway" userId="1a99621e-78e1-4542-bebd-b614a66eedc8" providerId="ADAL" clId="{0070B234-7488-470D-9089-C0BE1DD5C4D0}" dt="2025-01-13T19:27:22.760" v="65" actId="207"/>
          <ac:spMkLst>
            <pc:docMk/>
            <pc:sldMk cId="1882235630" sldId="278"/>
            <ac:spMk id="2" creationId="{4358CA0A-E0A9-4A64-B873-4C20148E48F6}"/>
          </ac:spMkLst>
        </pc:spChg>
      </pc:sldChg>
      <pc:sldChg chg="modSp">
        <pc:chgData name="Robin Carraway" userId="1a99621e-78e1-4542-bebd-b614a66eedc8" providerId="ADAL" clId="{0070B234-7488-470D-9089-C0BE1DD5C4D0}" dt="2025-01-13T19:27:53.987" v="75" actId="20577"/>
        <pc:sldMkLst>
          <pc:docMk/>
          <pc:sldMk cId="2351633869" sldId="279"/>
        </pc:sldMkLst>
        <pc:spChg chg="mod">
          <ac:chgData name="Robin Carraway" userId="1a99621e-78e1-4542-bebd-b614a66eedc8" providerId="ADAL" clId="{0070B234-7488-470D-9089-C0BE1DD5C4D0}" dt="2025-01-13T19:27:32.864" v="66" actId="207"/>
          <ac:spMkLst>
            <pc:docMk/>
            <pc:sldMk cId="2351633869" sldId="279"/>
            <ac:spMk id="2" creationId="{B8808842-AED7-4DB4-95D2-D522891A848F}"/>
          </ac:spMkLst>
        </pc:spChg>
        <pc:spChg chg="mod">
          <ac:chgData name="Robin Carraway" userId="1a99621e-78e1-4542-bebd-b614a66eedc8" providerId="ADAL" clId="{0070B234-7488-470D-9089-C0BE1DD5C4D0}" dt="2025-01-13T19:27:53.987" v="75" actId="20577"/>
          <ac:spMkLst>
            <pc:docMk/>
            <pc:sldMk cId="2351633869" sldId="279"/>
            <ac:spMk id="3" creationId="{86589DE5-6319-4592-B9DE-D4175A2E77CC}"/>
          </ac:spMkLst>
        </pc:spChg>
      </pc:sldChg>
      <pc:sldChg chg="modSp">
        <pc:chgData name="Robin Carraway" userId="1a99621e-78e1-4542-bebd-b614a66eedc8" providerId="ADAL" clId="{0070B234-7488-470D-9089-C0BE1DD5C4D0}" dt="2025-01-13T19:29:52.658" v="88" actId="207"/>
        <pc:sldMkLst>
          <pc:docMk/>
          <pc:sldMk cId="964748679" sldId="286"/>
        </pc:sldMkLst>
        <pc:spChg chg="mod">
          <ac:chgData name="Robin Carraway" userId="1a99621e-78e1-4542-bebd-b614a66eedc8" providerId="ADAL" clId="{0070B234-7488-470D-9089-C0BE1DD5C4D0}" dt="2025-01-13T19:29:48.618" v="86" actId="113"/>
          <ac:spMkLst>
            <pc:docMk/>
            <pc:sldMk cId="964748679" sldId="286"/>
            <ac:spMk id="3" creationId="{48445300-16A7-4E08-A821-F704F8375761}"/>
          </ac:spMkLst>
        </pc:spChg>
        <pc:spChg chg="mod">
          <ac:chgData name="Robin Carraway" userId="1a99621e-78e1-4542-bebd-b614a66eedc8" providerId="ADAL" clId="{0070B234-7488-470D-9089-C0BE1DD5C4D0}" dt="2025-01-13T19:29:52.658" v="88" actId="207"/>
          <ac:spMkLst>
            <pc:docMk/>
            <pc:sldMk cId="964748679" sldId="286"/>
            <ac:spMk id="4" creationId="{8B977107-D9E0-45C3-8B9B-9F371FD59E6E}"/>
          </ac:spMkLst>
        </pc:spChg>
      </pc:sldChg>
      <pc:sldChg chg="modSp">
        <pc:chgData name="Robin Carraway" userId="1a99621e-78e1-4542-bebd-b614a66eedc8" providerId="ADAL" clId="{0070B234-7488-470D-9089-C0BE1DD5C4D0}" dt="2025-01-13T19:30:24.242" v="89" actId="14100"/>
        <pc:sldMkLst>
          <pc:docMk/>
          <pc:sldMk cId="322469505" sldId="287"/>
        </pc:sldMkLst>
        <pc:spChg chg="mod">
          <ac:chgData name="Robin Carraway" userId="1a99621e-78e1-4542-bebd-b614a66eedc8" providerId="ADAL" clId="{0070B234-7488-470D-9089-C0BE1DD5C4D0}" dt="2025-01-13T19:30:24.242" v="89" actId="14100"/>
          <ac:spMkLst>
            <pc:docMk/>
            <pc:sldMk cId="322469505" sldId="287"/>
            <ac:spMk id="3" creationId="{027160AE-0D6B-49F3-B33A-DFCE57856BDB}"/>
          </ac:spMkLst>
        </pc:spChg>
      </pc:sldChg>
      <pc:sldChg chg="modSp add">
        <pc:chgData name="Robin Carraway" userId="1a99621e-78e1-4542-bebd-b614a66eedc8" providerId="ADAL" clId="{0070B234-7488-470D-9089-C0BE1DD5C4D0}" dt="2025-01-13T19:36:05.084" v="122" actId="403"/>
        <pc:sldMkLst>
          <pc:docMk/>
          <pc:sldMk cId="1433868797" sldId="289"/>
        </pc:sldMkLst>
        <pc:spChg chg="mod">
          <ac:chgData name="Robin Carraway" userId="1a99621e-78e1-4542-bebd-b614a66eedc8" providerId="ADAL" clId="{0070B234-7488-470D-9089-C0BE1DD5C4D0}" dt="2025-01-13T19:35:59.456" v="120" actId="255"/>
          <ac:spMkLst>
            <pc:docMk/>
            <pc:sldMk cId="1433868797" sldId="289"/>
            <ac:spMk id="2" creationId="{61C531A6-14E6-4749-8F34-A5269F599965}"/>
          </ac:spMkLst>
        </pc:spChg>
        <pc:spChg chg="mod">
          <ac:chgData name="Robin Carraway" userId="1a99621e-78e1-4542-bebd-b614a66eedc8" providerId="ADAL" clId="{0070B234-7488-470D-9089-C0BE1DD5C4D0}" dt="2025-01-13T19:36:05.084" v="122" actId="403"/>
          <ac:spMkLst>
            <pc:docMk/>
            <pc:sldMk cId="1433868797" sldId="289"/>
            <ac:spMk id="3" creationId="{1DD299EF-1CB6-49ED-9B4B-11D5CC78E580}"/>
          </ac:spMkLst>
        </pc:spChg>
      </pc:sldChg>
      <pc:sldChg chg="addSp modSp add">
        <pc:chgData name="Robin Carraway" userId="1a99621e-78e1-4542-bebd-b614a66eedc8" providerId="ADAL" clId="{0070B234-7488-470D-9089-C0BE1DD5C4D0}" dt="2025-01-17T18:04:26.202" v="527" actId="27636"/>
        <pc:sldMkLst>
          <pc:docMk/>
          <pc:sldMk cId="1550058581" sldId="290"/>
        </pc:sldMkLst>
        <pc:spChg chg="mod">
          <ac:chgData name="Robin Carraway" userId="1a99621e-78e1-4542-bebd-b614a66eedc8" providerId="ADAL" clId="{0070B234-7488-470D-9089-C0BE1DD5C4D0}" dt="2025-01-13T20:19:36.185" v="153" actId="20577"/>
          <ac:spMkLst>
            <pc:docMk/>
            <pc:sldMk cId="1550058581" sldId="290"/>
            <ac:spMk id="2" creationId="{8789C2C2-93C5-4677-BC40-5664FD83F718}"/>
          </ac:spMkLst>
        </pc:spChg>
        <pc:spChg chg="mod">
          <ac:chgData name="Robin Carraway" userId="1a99621e-78e1-4542-bebd-b614a66eedc8" providerId="ADAL" clId="{0070B234-7488-470D-9089-C0BE1DD5C4D0}" dt="2025-01-17T18:04:26.202" v="527" actId="27636"/>
          <ac:spMkLst>
            <pc:docMk/>
            <pc:sldMk cId="1550058581" sldId="290"/>
            <ac:spMk id="3" creationId="{40823E3E-402A-4325-B167-0392CAD7BB13}"/>
          </ac:spMkLst>
        </pc:spChg>
        <pc:picChg chg="add mod">
          <ac:chgData name="Robin Carraway" userId="1a99621e-78e1-4542-bebd-b614a66eedc8" providerId="ADAL" clId="{0070B234-7488-470D-9089-C0BE1DD5C4D0}" dt="2025-01-17T18:02:41.248" v="404" actId="1076"/>
          <ac:picMkLst>
            <pc:docMk/>
            <pc:sldMk cId="1550058581" sldId="290"/>
            <ac:picMk id="4" creationId="{6BC30F56-A7D6-497E-BB32-C18CD264F569}"/>
          </ac:picMkLst>
        </pc:picChg>
      </pc:sldChg>
    </pc:docChg>
  </pc:docChgLst>
  <pc:docChgLst>
    <pc:chgData name="Robin Carraway" userId="1a99621e-78e1-4542-bebd-b614a66eedc8" providerId="ADAL" clId="{81D675A4-F783-4D94-B4B6-31D6056BB2B5}"/>
    <pc:docChg chg="custSel modSld">
      <pc:chgData name="Robin Carraway" userId="1a99621e-78e1-4542-bebd-b614a66eedc8" providerId="ADAL" clId="{81D675A4-F783-4D94-B4B6-31D6056BB2B5}" dt="2024-11-21T23:24:21.923" v="478" actId="6549"/>
      <pc:docMkLst>
        <pc:docMk/>
      </pc:docMkLst>
      <pc:sldChg chg="modSp">
        <pc:chgData name="Robin Carraway" userId="1a99621e-78e1-4542-bebd-b614a66eedc8" providerId="ADAL" clId="{81D675A4-F783-4D94-B4B6-31D6056BB2B5}" dt="2024-11-21T23:04:17.536" v="74" actId="14100"/>
        <pc:sldMkLst>
          <pc:docMk/>
          <pc:sldMk cId="2080705708" sldId="257"/>
        </pc:sldMkLst>
        <pc:spChg chg="mod">
          <ac:chgData name="Robin Carraway" userId="1a99621e-78e1-4542-bebd-b614a66eedc8" providerId="ADAL" clId="{81D675A4-F783-4D94-B4B6-31D6056BB2B5}" dt="2024-11-21T23:04:17.536" v="74" actId="14100"/>
          <ac:spMkLst>
            <pc:docMk/>
            <pc:sldMk cId="2080705708" sldId="257"/>
            <ac:spMk id="3" creationId="{8EDB875A-FC69-4A8D-9204-1700365764D1}"/>
          </ac:spMkLst>
        </pc:spChg>
      </pc:sldChg>
      <pc:sldChg chg="modSp">
        <pc:chgData name="Robin Carraway" userId="1a99621e-78e1-4542-bebd-b614a66eedc8" providerId="ADAL" clId="{81D675A4-F783-4D94-B4B6-31D6056BB2B5}" dt="2024-11-21T23:04:44.388" v="85" actId="6549"/>
        <pc:sldMkLst>
          <pc:docMk/>
          <pc:sldMk cId="4006507781" sldId="258"/>
        </pc:sldMkLst>
        <pc:spChg chg="mod">
          <ac:chgData name="Robin Carraway" userId="1a99621e-78e1-4542-bebd-b614a66eedc8" providerId="ADAL" clId="{81D675A4-F783-4D94-B4B6-31D6056BB2B5}" dt="2024-11-21T23:04:44.388" v="85" actId="6549"/>
          <ac:spMkLst>
            <pc:docMk/>
            <pc:sldMk cId="4006507781" sldId="258"/>
            <ac:spMk id="7" creationId="{F306740E-AA41-4B5A-9F7B-488678FDBA09}"/>
          </ac:spMkLst>
        </pc:spChg>
      </pc:sldChg>
      <pc:sldChg chg="modSp">
        <pc:chgData name="Robin Carraway" userId="1a99621e-78e1-4542-bebd-b614a66eedc8" providerId="ADAL" clId="{81D675A4-F783-4D94-B4B6-31D6056BB2B5}" dt="2024-11-21T22:59:27.674" v="17" actId="6549"/>
        <pc:sldMkLst>
          <pc:docMk/>
          <pc:sldMk cId="3208503642" sldId="259"/>
        </pc:sldMkLst>
        <pc:spChg chg="mod">
          <ac:chgData name="Robin Carraway" userId="1a99621e-78e1-4542-bebd-b614a66eedc8" providerId="ADAL" clId="{81D675A4-F783-4D94-B4B6-31D6056BB2B5}" dt="2024-11-21T22:59:27.674" v="17" actId="6549"/>
          <ac:spMkLst>
            <pc:docMk/>
            <pc:sldMk cId="3208503642" sldId="259"/>
            <ac:spMk id="4" creationId="{0FB12A9A-F59A-44E9-B861-5DDFCC5EB65D}"/>
          </ac:spMkLst>
        </pc:spChg>
      </pc:sldChg>
      <pc:sldChg chg="modSp">
        <pc:chgData name="Robin Carraway" userId="1a99621e-78e1-4542-bebd-b614a66eedc8" providerId="ADAL" clId="{81D675A4-F783-4D94-B4B6-31D6056BB2B5}" dt="2024-11-21T23:05:00.760" v="86" actId="207"/>
        <pc:sldMkLst>
          <pc:docMk/>
          <pc:sldMk cId="3968991450" sldId="260"/>
        </pc:sldMkLst>
        <pc:spChg chg="mod">
          <ac:chgData name="Robin Carraway" userId="1a99621e-78e1-4542-bebd-b614a66eedc8" providerId="ADAL" clId="{81D675A4-F783-4D94-B4B6-31D6056BB2B5}" dt="2024-11-21T23:05:00.760" v="86" actId="207"/>
          <ac:spMkLst>
            <pc:docMk/>
            <pc:sldMk cId="3968991450" sldId="260"/>
            <ac:spMk id="2" creationId="{328BCF70-125E-4FEC-A14F-D8496FC14CAA}"/>
          </ac:spMkLst>
        </pc:spChg>
        <pc:spChg chg="mod">
          <ac:chgData name="Robin Carraway" userId="1a99621e-78e1-4542-bebd-b614a66eedc8" providerId="ADAL" clId="{81D675A4-F783-4D94-B4B6-31D6056BB2B5}" dt="2024-11-21T23:00:32.838" v="25" actId="20577"/>
          <ac:spMkLst>
            <pc:docMk/>
            <pc:sldMk cId="3968991450" sldId="260"/>
            <ac:spMk id="3" creationId="{C0F9FD28-A95C-4C56-A959-BA6DD61526BF}"/>
          </ac:spMkLst>
        </pc:spChg>
      </pc:sldChg>
      <pc:sldChg chg="modSp">
        <pc:chgData name="Robin Carraway" userId="1a99621e-78e1-4542-bebd-b614a66eedc8" providerId="ADAL" clId="{81D675A4-F783-4D94-B4B6-31D6056BB2B5}" dt="2024-11-21T23:05:12.226" v="88" actId="207"/>
        <pc:sldMkLst>
          <pc:docMk/>
          <pc:sldMk cId="4106043493" sldId="261"/>
        </pc:sldMkLst>
        <pc:spChg chg="mod">
          <ac:chgData name="Robin Carraway" userId="1a99621e-78e1-4542-bebd-b614a66eedc8" providerId="ADAL" clId="{81D675A4-F783-4D94-B4B6-31D6056BB2B5}" dt="2024-11-21T23:02:13.606" v="58" actId="27636"/>
          <ac:spMkLst>
            <pc:docMk/>
            <pc:sldMk cId="4106043493" sldId="261"/>
            <ac:spMk id="3" creationId="{9BAED3C2-3451-4C82-937B-D8CF715FCB24}"/>
          </ac:spMkLst>
        </pc:spChg>
        <pc:spChg chg="mod">
          <ac:chgData name="Robin Carraway" userId="1a99621e-78e1-4542-bebd-b614a66eedc8" providerId="ADAL" clId="{81D675A4-F783-4D94-B4B6-31D6056BB2B5}" dt="2024-11-21T23:05:12.226" v="88" actId="207"/>
          <ac:spMkLst>
            <pc:docMk/>
            <pc:sldMk cId="4106043493" sldId="261"/>
            <ac:spMk id="4" creationId="{4971BFE5-B805-48F7-984F-BD49F18F2AD5}"/>
          </ac:spMkLst>
        </pc:spChg>
      </pc:sldChg>
      <pc:sldChg chg="modSp">
        <pc:chgData name="Robin Carraway" userId="1a99621e-78e1-4542-bebd-b614a66eedc8" providerId="ADAL" clId="{81D675A4-F783-4D94-B4B6-31D6056BB2B5}" dt="2024-11-21T23:06:58.969" v="113" actId="27636"/>
        <pc:sldMkLst>
          <pc:docMk/>
          <pc:sldMk cId="2752466012" sldId="263"/>
        </pc:sldMkLst>
        <pc:spChg chg="mod">
          <ac:chgData name="Robin Carraway" userId="1a99621e-78e1-4542-bebd-b614a66eedc8" providerId="ADAL" clId="{81D675A4-F783-4D94-B4B6-31D6056BB2B5}" dt="2024-11-21T23:05:22.060" v="89" actId="207"/>
          <ac:spMkLst>
            <pc:docMk/>
            <pc:sldMk cId="2752466012" sldId="263"/>
            <ac:spMk id="3" creationId="{19B9D700-959C-49B4-A743-80B39BE5CE6A}"/>
          </ac:spMkLst>
        </pc:spChg>
        <pc:spChg chg="mod">
          <ac:chgData name="Robin Carraway" userId="1a99621e-78e1-4542-bebd-b614a66eedc8" providerId="ADAL" clId="{81D675A4-F783-4D94-B4B6-31D6056BB2B5}" dt="2024-11-21T23:06:58.969" v="113" actId="27636"/>
          <ac:spMkLst>
            <pc:docMk/>
            <pc:sldMk cId="2752466012" sldId="263"/>
            <ac:spMk id="4" creationId="{67CBC454-D006-4B7A-990C-60528E971743}"/>
          </ac:spMkLst>
        </pc:spChg>
      </pc:sldChg>
      <pc:sldChg chg="modSp">
        <pc:chgData name="Robin Carraway" userId="1a99621e-78e1-4542-bebd-b614a66eedc8" providerId="ADAL" clId="{81D675A4-F783-4D94-B4B6-31D6056BB2B5}" dt="2024-11-21T23:24:21.923" v="478" actId="6549"/>
        <pc:sldMkLst>
          <pc:docMk/>
          <pc:sldMk cId="2828492969" sldId="264"/>
        </pc:sldMkLst>
        <pc:spChg chg="mod">
          <ac:chgData name="Robin Carraway" userId="1a99621e-78e1-4542-bebd-b614a66eedc8" providerId="ADAL" clId="{81D675A4-F783-4D94-B4B6-31D6056BB2B5}" dt="2024-11-21T23:23:05.138" v="457" actId="207"/>
          <ac:spMkLst>
            <pc:docMk/>
            <pc:sldMk cId="2828492969" sldId="264"/>
            <ac:spMk id="2" creationId="{CBA15AC6-A157-4819-BB63-8ED086B1B03C}"/>
          </ac:spMkLst>
        </pc:spChg>
        <pc:spChg chg="mod">
          <ac:chgData name="Robin Carraway" userId="1a99621e-78e1-4542-bebd-b614a66eedc8" providerId="ADAL" clId="{81D675A4-F783-4D94-B4B6-31D6056BB2B5}" dt="2024-11-21T23:24:21.923" v="478" actId="6549"/>
          <ac:spMkLst>
            <pc:docMk/>
            <pc:sldMk cId="2828492969" sldId="264"/>
            <ac:spMk id="3" creationId="{2188F4EE-36A2-4403-8112-990A212891C4}"/>
          </ac:spMkLst>
        </pc:spChg>
        <pc:picChg chg="mod">
          <ac:chgData name="Robin Carraway" userId="1a99621e-78e1-4542-bebd-b614a66eedc8" providerId="ADAL" clId="{81D675A4-F783-4D94-B4B6-31D6056BB2B5}" dt="2024-11-21T23:23:43.263" v="468" actId="14100"/>
          <ac:picMkLst>
            <pc:docMk/>
            <pc:sldMk cId="2828492969" sldId="264"/>
            <ac:picMk id="4" creationId="{48DB6104-717C-4E7A-9CE8-911CFA3A6195}"/>
          </ac:picMkLst>
        </pc:picChg>
      </pc:sldChg>
      <pc:sldChg chg="modSp">
        <pc:chgData name="Robin Carraway" userId="1a99621e-78e1-4542-bebd-b614a66eedc8" providerId="ADAL" clId="{81D675A4-F783-4D94-B4B6-31D6056BB2B5}" dt="2024-11-21T23:14:26.270" v="291" actId="207"/>
        <pc:sldMkLst>
          <pc:docMk/>
          <pc:sldMk cId="1459593127" sldId="265"/>
        </pc:sldMkLst>
        <pc:spChg chg="mod">
          <ac:chgData name="Robin Carraway" userId="1a99621e-78e1-4542-bebd-b614a66eedc8" providerId="ADAL" clId="{81D675A4-F783-4D94-B4B6-31D6056BB2B5}" dt="2024-11-21T23:13:29.723" v="253" actId="207"/>
          <ac:spMkLst>
            <pc:docMk/>
            <pc:sldMk cId="1459593127" sldId="265"/>
            <ac:spMk id="2" creationId="{35EB0C45-CE9A-4E51-91E8-BFB0BA1C89A4}"/>
          </ac:spMkLst>
        </pc:spChg>
        <pc:spChg chg="mod">
          <ac:chgData name="Robin Carraway" userId="1a99621e-78e1-4542-bebd-b614a66eedc8" providerId="ADAL" clId="{81D675A4-F783-4D94-B4B6-31D6056BB2B5}" dt="2024-11-21T23:14:26.270" v="291" actId="207"/>
          <ac:spMkLst>
            <pc:docMk/>
            <pc:sldMk cId="1459593127" sldId="265"/>
            <ac:spMk id="3" creationId="{2172F96B-67F1-413D-9769-3A092EDBD075}"/>
          </ac:spMkLst>
        </pc:spChg>
      </pc:sldChg>
      <pc:sldChg chg="modSp">
        <pc:chgData name="Robin Carraway" userId="1a99621e-78e1-4542-bebd-b614a66eedc8" providerId="ADAL" clId="{81D675A4-F783-4D94-B4B6-31D6056BB2B5}" dt="2024-11-21T23:09:48.781" v="150" actId="207"/>
        <pc:sldMkLst>
          <pc:docMk/>
          <pc:sldMk cId="2941602945" sldId="267"/>
        </pc:sldMkLst>
        <pc:spChg chg="mod">
          <ac:chgData name="Robin Carraway" userId="1a99621e-78e1-4542-bebd-b614a66eedc8" providerId="ADAL" clId="{81D675A4-F783-4D94-B4B6-31D6056BB2B5}" dt="2024-11-21T23:09:48.781" v="150" actId="207"/>
          <ac:spMkLst>
            <pc:docMk/>
            <pc:sldMk cId="2941602945" sldId="267"/>
            <ac:spMk id="7" creationId="{4CC60479-F3D1-46EA-9FDC-517BF54DFA91}"/>
          </ac:spMkLst>
        </pc:spChg>
        <pc:picChg chg="mod">
          <ac:chgData name="Robin Carraway" userId="1a99621e-78e1-4542-bebd-b614a66eedc8" providerId="ADAL" clId="{81D675A4-F783-4D94-B4B6-31D6056BB2B5}" dt="2024-11-21T23:07:37.182" v="117" actId="1076"/>
          <ac:picMkLst>
            <pc:docMk/>
            <pc:sldMk cId="2941602945" sldId="267"/>
            <ac:picMk id="11" creationId="{F96F0AC2-52E2-4B45-BC39-288658514EFE}"/>
          </ac:picMkLst>
        </pc:picChg>
      </pc:sldChg>
      <pc:sldChg chg="modSp">
        <pc:chgData name="Robin Carraway" userId="1a99621e-78e1-4542-bebd-b614a66eedc8" providerId="ADAL" clId="{81D675A4-F783-4D94-B4B6-31D6056BB2B5}" dt="2024-11-21T23:08:40.169" v="135" actId="14100"/>
        <pc:sldMkLst>
          <pc:docMk/>
          <pc:sldMk cId="4140003861" sldId="269"/>
        </pc:sldMkLst>
        <pc:spChg chg="mod">
          <ac:chgData name="Robin Carraway" userId="1a99621e-78e1-4542-bebd-b614a66eedc8" providerId="ADAL" clId="{81D675A4-F783-4D94-B4B6-31D6056BB2B5}" dt="2024-11-21T23:08:40.169" v="135" actId="14100"/>
          <ac:spMkLst>
            <pc:docMk/>
            <pc:sldMk cId="4140003861" sldId="269"/>
            <ac:spMk id="3" creationId="{DF46158B-EEDD-4D05-9512-64AE1579FEF5}"/>
          </ac:spMkLst>
        </pc:spChg>
      </pc:sldChg>
      <pc:sldChg chg="modSp">
        <pc:chgData name="Robin Carraway" userId="1a99621e-78e1-4542-bebd-b614a66eedc8" providerId="ADAL" clId="{81D675A4-F783-4D94-B4B6-31D6056BB2B5}" dt="2024-11-21T23:13:15.026" v="251" actId="403"/>
        <pc:sldMkLst>
          <pc:docMk/>
          <pc:sldMk cId="3423624723" sldId="270"/>
        </pc:sldMkLst>
        <pc:spChg chg="mod">
          <ac:chgData name="Robin Carraway" userId="1a99621e-78e1-4542-bebd-b614a66eedc8" providerId="ADAL" clId="{81D675A4-F783-4D94-B4B6-31D6056BB2B5}" dt="2024-11-21T23:13:15.026" v="251" actId="403"/>
          <ac:spMkLst>
            <pc:docMk/>
            <pc:sldMk cId="3423624723" sldId="270"/>
            <ac:spMk id="3" creationId="{974FEBB9-1B03-4ECB-A56E-B4785A974A1E}"/>
          </ac:spMkLst>
        </pc:spChg>
        <pc:picChg chg="mod">
          <ac:chgData name="Robin Carraway" userId="1a99621e-78e1-4542-bebd-b614a66eedc8" providerId="ADAL" clId="{81D675A4-F783-4D94-B4B6-31D6056BB2B5}" dt="2024-11-21T23:11:46.258" v="207" actId="14100"/>
          <ac:picMkLst>
            <pc:docMk/>
            <pc:sldMk cId="3423624723" sldId="270"/>
            <ac:picMk id="1026" creationId="{0885EB49-2B22-436D-8E5A-634CF453B79F}"/>
          </ac:picMkLst>
        </pc:picChg>
      </pc:sldChg>
      <pc:sldChg chg="modSp">
        <pc:chgData name="Robin Carraway" userId="1a99621e-78e1-4542-bebd-b614a66eedc8" providerId="ADAL" clId="{81D675A4-F783-4D94-B4B6-31D6056BB2B5}" dt="2024-11-21T23:10:44.485" v="175" actId="20577"/>
        <pc:sldMkLst>
          <pc:docMk/>
          <pc:sldMk cId="2051211359" sldId="271"/>
        </pc:sldMkLst>
        <pc:spChg chg="mod">
          <ac:chgData name="Robin Carraway" userId="1a99621e-78e1-4542-bebd-b614a66eedc8" providerId="ADAL" clId="{81D675A4-F783-4D94-B4B6-31D6056BB2B5}" dt="2024-11-21T23:10:44.485" v="175" actId="20577"/>
          <ac:spMkLst>
            <pc:docMk/>
            <pc:sldMk cId="2051211359" sldId="271"/>
            <ac:spMk id="3" creationId="{847EEF67-5FE7-4920-A0BC-CF58C7142E3F}"/>
          </ac:spMkLst>
        </pc:spChg>
        <pc:picChg chg="mod">
          <ac:chgData name="Robin Carraway" userId="1a99621e-78e1-4542-bebd-b614a66eedc8" providerId="ADAL" clId="{81D675A4-F783-4D94-B4B6-31D6056BB2B5}" dt="2024-11-21T23:09:12.737" v="138" actId="14100"/>
          <ac:picMkLst>
            <pc:docMk/>
            <pc:sldMk cId="2051211359" sldId="271"/>
            <ac:picMk id="11" creationId="{C6775866-00EE-4DAA-A76F-4E37C2FD2901}"/>
          </ac:picMkLst>
        </pc:picChg>
      </pc:sldChg>
      <pc:sldChg chg="modSp">
        <pc:chgData name="Robin Carraway" userId="1a99621e-78e1-4542-bebd-b614a66eedc8" providerId="ADAL" clId="{81D675A4-F783-4D94-B4B6-31D6056BB2B5}" dt="2024-11-21T23:15:56.675" v="309" actId="113"/>
        <pc:sldMkLst>
          <pc:docMk/>
          <pc:sldMk cId="70167344" sldId="272"/>
        </pc:sldMkLst>
        <pc:spChg chg="mod">
          <ac:chgData name="Robin Carraway" userId="1a99621e-78e1-4542-bebd-b614a66eedc8" providerId="ADAL" clId="{81D675A4-F783-4D94-B4B6-31D6056BB2B5}" dt="2024-11-21T23:15:56.675" v="309" actId="113"/>
          <ac:spMkLst>
            <pc:docMk/>
            <pc:sldMk cId="70167344" sldId="272"/>
            <ac:spMk id="2" creationId="{5D7BEDA9-655D-4533-A9C4-8CC97C4D5F77}"/>
          </ac:spMkLst>
        </pc:spChg>
        <pc:spChg chg="mod">
          <ac:chgData name="Robin Carraway" userId="1a99621e-78e1-4542-bebd-b614a66eedc8" providerId="ADAL" clId="{81D675A4-F783-4D94-B4B6-31D6056BB2B5}" dt="2024-11-21T23:15:24.156" v="305" actId="6549"/>
          <ac:spMkLst>
            <pc:docMk/>
            <pc:sldMk cId="70167344" sldId="272"/>
            <ac:spMk id="3" creationId="{3560C375-C94D-4897-AC89-08FFA3C73FF0}"/>
          </ac:spMkLst>
        </pc:spChg>
        <pc:spChg chg="mod">
          <ac:chgData name="Robin Carraway" userId="1a99621e-78e1-4542-bebd-b614a66eedc8" providerId="ADAL" clId="{81D675A4-F783-4D94-B4B6-31D6056BB2B5}" dt="2024-11-21T23:15:14.355" v="302" actId="14100"/>
          <ac:spMkLst>
            <pc:docMk/>
            <pc:sldMk cId="70167344" sldId="272"/>
            <ac:spMk id="4" creationId="{05F3FD35-A7C2-41A6-982D-0200A0A753FE}"/>
          </ac:spMkLst>
        </pc:spChg>
        <pc:picChg chg="mod">
          <ac:chgData name="Robin Carraway" userId="1a99621e-78e1-4542-bebd-b614a66eedc8" providerId="ADAL" clId="{81D675A4-F783-4D94-B4B6-31D6056BB2B5}" dt="2024-11-21T23:15:30.891" v="306" actId="14100"/>
          <ac:picMkLst>
            <pc:docMk/>
            <pc:sldMk cId="70167344" sldId="272"/>
            <ac:picMk id="6" creationId="{FB60588C-324E-402C-A43E-6F0708E667C0}"/>
          </ac:picMkLst>
        </pc:picChg>
        <pc:picChg chg="mod">
          <ac:chgData name="Robin Carraway" userId="1a99621e-78e1-4542-bebd-b614a66eedc8" providerId="ADAL" clId="{81D675A4-F783-4D94-B4B6-31D6056BB2B5}" dt="2024-11-21T23:15:34.051" v="307" actId="14100"/>
          <ac:picMkLst>
            <pc:docMk/>
            <pc:sldMk cId="70167344" sldId="272"/>
            <ac:picMk id="7" creationId="{CFA31BD6-F81C-48D3-B51D-3ABAFD37CC49}"/>
          </ac:picMkLst>
        </pc:picChg>
      </pc:sldChg>
      <pc:sldChg chg="modSp">
        <pc:chgData name="Robin Carraway" userId="1a99621e-78e1-4542-bebd-b614a66eedc8" providerId="ADAL" clId="{81D675A4-F783-4D94-B4B6-31D6056BB2B5}" dt="2024-11-21T23:16:55.578" v="324" actId="6549"/>
        <pc:sldMkLst>
          <pc:docMk/>
          <pc:sldMk cId="829826754" sldId="273"/>
        </pc:sldMkLst>
        <pc:spChg chg="mod">
          <ac:chgData name="Robin Carraway" userId="1a99621e-78e1-4542-bebd-b614a66eedc8" providerId="ADAL" clId="{81D675A4-F783-4D94-B4B6-31D6056BB2B5}" dt="2024-11-21T23:16:55.578" v="324" actId="6549"/>
          <ac:spMkLst>
            <pc:docMk/>
            <pc:sldMk cId="829826754" sldId="273"/>
            <ac:spMk id="4" creationId="{F29A62C2-28E7-48E3-AFBC-26F912EF5C66}"/>
          </ac:spMkLst>
        </pc:spChg>
      </pc:sldChg>
      <pc:sldChg chg="modSp">
        <pc:chgData name="Robin Carraway" userId="1a99621e-78e1-4542-bebd-b614a66eedc8" providerId="ADAL" clId="{81D675A4-F783-4D94-B4B6-31D6056BB2B5}" dt="2024-11-21T23:18:40.012" v="355" actId="20577"/>
        <pc:sldMkLst>
          <pc:docMk/>
          <pc:sldMk cId="3978243643" sldId="274"/>
        </pc:sldMkLst>
        <pc:spChg chg="mod">
          <ac:chgData name="Robin Carraway" userId="1a99621e-78e1-4542-bebd-b614a66eedc8" providerId="ADAL" clId="{81D675A4-F783-4D94-B4B6-31D6056BB2B5}" dt="2024-11-21T23:17:13.072" v="326" actId="207"/>
          <ac:spMkLst>
            <pc:docMk/>
            <pc:sldMk cId="3978243643" sldId="274"/>
            <ac:spMk id="2" creationId="{477DF783-33C6-47F0-9BD4-63C7D92FE8DF}"/>
          </ac:spMkLst>
        </pc:spChg>
        <pc:spChg chg="mod">
          <ac:chgData name="Robin Carraway" userId="1a99621e-78e1-4542-bebd-b614a66eedc8" providerId="ADAL" clId="{81D675A4-F783-4D94-B4B6-31D6056BB2B5}" dt="2024-11-21T23:18:40.012" v="355" actId="20577"/>
          <ac:spMkLst>
            <pc:docMk/>
            <pc:sldMk cId="3978243643" sldId="274"/>
            <ac:spMk id="3" creationId="{7B51666A-0F72-4705-8EC8-C4FEF58B0132}"/>
          </ac:spMkLst>
        </pc:spChg>
      </pc:sldChg>
      <pc:sldChg chg="modSp">
        <pc:chgData name="Robin Carraway" userId="1a99621e-78e1-4542-bebd-b614a66eedc8" providerId="ADAL" clId="{81D675A4-F783-4D94-B4B6-31D6056BB2B5}" dt="2024-11-21T23:19:43.117" v="364" actId="27636"/>
        <pc:sldMkLst>
          <pc:docMk/>
          <pc:sldMk cId="252818088" sldId="275"/>
        </pc:sldMkLst>
        <pc:spChg chg="mod">
          <ac:chgData name="Robin Carraway" userId="1a99621e-78e1-4542-bebd-b614a66eedc8" providerId="ADAL" clId="{81D675A4-F783-4D94-B4B6-31D6056BB2B5}" dt="2024-11-21T23:18:56.386" v="357" actId="207"/>
          <ac:spMkLst>
            <pc:docMk/>
            <pc:sldMk cId="252818088" sldId="275"/>
            <ac:spMk id="2" creationId="{F9F5515F-3886-4115-ACD3-FB4CBA420717}"/>
          </ac:spMkLst>
        </pc:spChg>
        <pc:spChg chg="mod">
          <ac:chgData name="Robin Carraway" userId="1a99621e-78e1-4542-bebd-b614a66eedc8" providerId="ADAL" clId="{81D675A4-F783-4D94-B4B6-31D6056BB2B5}" dt="2024-11-21T23:19:43.117" v="364" actId="27636"/>
          <ac:spMkLst>
            <pc:docMk/>
            <pc:sldMk cId="252818088" sldId="275"/>
            <ac:spMk id="3" creationId="{B58A1658-7315-4684-8A16-7CCCABCB7B30}"/>
          </ac:spMkLst>
        </pc:spChg>
        <pc:picChg chg="mod">
          <ac:chgData name="Robin Carraway" userId="1a99621e-78e1-4542-bebd-b614a66eedc8" providerId="ADAL" clId="{81D675A4-F783-4D94-B4B6-31D6056BB2B5}" dt="2024-11-21T23:19:37.613" v="362" actId="1076"/>
          <ac:picMkLst>
            <pc:docMk/>
            <pc:sldMk cId="252818088" sldId="275"/>
            <ac:picMk id="5" creationId="{27E1C4F7-70B0-42EB-AEEE-6EADEF3239F6}"/>
          </ac:picMkLst>
        </pc:picChg>
      </pc:sldChg>
      <pc:sldChg chg="modSp">
        <pc:chgData name="Robin Carraway" userId="1a99621e-78e1-4542-bebd-b614a66eedc8" providerId="ADAL" clId="{81D675A4-F783-4D94-B4B6-31D6056BB2B5}" dt="2024-11-21T23:20:54.166" v="404" actId="1076"/>
        <pc:sldMkLst>
          <pc:docMk/>
          <pc:sldMk cId="3250213782" sldId="276"/>
        </pc:sldMkLst>
        <pc:spChg chg="mod">
          <ac:chgData name="Robin Carraway" userId="1a99621e-78e1-4542-bebd-b614a66eedc8" providerId="ADAL" clId="{81D675A4-F783-4D94-B4B6-31D6056BB2B5}" dt="2024-11-21T23:20:40.248" v="403" actId="6549"/>
          <ac:spMkLst>
            <pc:docMk/>
            <pc:sldMk cId="3250213782" sldId="276"/>
            <ac:spMk id="4" creationId="{C799B672-3F43-445B-B120-CB36BC1667F4}"/>
          </ac:spMkLst>
        </pc:spChg>
        <pc:picChg chg="mod">
          <ac:chgData name="Robin Carraway" userId="1a99621e-78e1-4542-bebd-b614a66eedc8" providerId="ADAL" clId="{81D675A4-F783-4D94-B4B6-31D6056BB2B5}" dt="2024-11-21T23:20:54.166" v="404" actId="1076"/>
          <ac:picMkLst>
            <pc:docMk/>
            <pc:sldMk cId="3250213782" sldId="276"/>
            <ac:picMk id="5" creationId="{8A935077-5B58-4A6E-B09F-6E412C749F06}"/>
          </ac:picMkLst>
        </pc:picChg>
      </pc:sldChg>
      <pc:sldChg chg="modSp">
        <pc:chgData name="Robin Carraway" userId="1a99621e-78e1-4542-bebd-b614a66eedc8" providerId="ADAL" clId="{81D675A4-F783-4D94-B4B6-31D6056BB2B5}" dt="2024-11-21T23:21:20.050" v="410" actId="6549"/>
        <pc:sldMkLst>
          <pc:docMk/>
          <pc:sldMk cId="2554578170" sldId="277"/>
        </pc:sldMkLst>
        <pc:spChg chg="mod">
          <ac:chgData name="Robin Carraway" userId="1a99621e-78e1-4542-bebd-b614a66eedc8" providerId="ADAL" clId="{81D675A4-F783-4D94-B4B6-31D6056BB2B5}" dt="2024-11-21T23:21:02.640" v="406" actId="207"/>
          <ac:spMkLst>
            <pc:docMk/>
            <pc:sldMk cId="2554578170" sldId="277"/>
            <ac:spMk id="2" creationId="{D4518F21-84C1-48AD-BB0E-27C7F25CB1B1}"/>
          </ac:spMkLst>
        </pc:spChg>
        <pc:spChg chg="mod">
          <ac:chgData name="Robin Carraway" userId="1a99621e-78e1-4542-bebd-b614a66eedc8" providerId="ADAL" clId="{81D675A4-F783-4D94-B4B6-31D6056BB2B5}" dt="2024-11-21T23:21:20.050" v="410" actId="6549"/>
          <ac:spMkLst>
            <pc:docMk/>
            <pc:sldMk cId="2554578170" sldId="277"/>
            <ac:spMk id="3" creationId="{7EC41EAE-0CCA-4464-994E-6C315550DCCA}"/>
          </ac:spMkLst>
        </pc:spChg>
      </pc:sldChg>
      <pc:sldChg chg="modSp">
        <pc:chgData name="Robin Carraway" userId="1a99621e-78e1-4542-bebd-b614a66eedc8" providerId="ADAL" clId="{81D675A4-F783-4D94-B4B6-31D6056BB2B5}" dt="2024-11-21T23:22:24.063" v="445" actId="20577"/>
        <pc:sldMkLst>
          <pc:docMk/>
          <pc:sldMk cId="1882235630" sldId="278"/>
        </pc:sldMkLst>
        <pc:spChg chg="mod">
          <ac:chgData name="Robin Carraway" userId="1a99621e-78e1-4542-bebd-b614a66eedc8" providerId="ADAL" clId="{81D675A4-F783-4D94-B4B6-31D6056BB2B5}" dt="2024-11-21T23:21:32.441" v="412" actId="207"/>
          <ac:spMkLst>
            <pc:docMk/>
            <pc:sldMk cId="1882235630" sldId="278"/>
            <ac:spMk id="2" creationId="{4358CA0A-E0A9-4A64-B873-4C20148E48F6}"/>
          </ac:spMkLst>
        </pc:spChg>
        <pc:spChg chg="mod">
          <ac:chgData name="Robin Carraway" userId="1a99621e-78e1-4542-bebd-b614a66eedc8" providerId="ADAL" clId="{81D675A4-F783-4D94-B4B6-31D6056BB2B5}" dt="2024-11-21T23:22:24.063" v="445" actId="20577"/>
          <ac:spMkLst>
            <pc:docMk/>
            <pc:sldMk cId="1882235630" sldId="278"/>
            <ac:spMk id="3" creationId="{CE5DC428-3CE0-4455-8F55-4B00439C7E57}"/>
          </ac:spMkLst>
        </pc:spChg>
        <pc:picChg chg="mod">
          <ac:chgData name="Robin Carraway" userId="1a99621e-78e1-4542-bebd-b614a66eedc8" providerId="ADAL" clId="{81D675A4-F783-4D94-B4B6-31D6056BB2B5}" dt="2024-11-21T23:21:39.550" v="413" actId="14100"/>
          <ac:picMkLst>
            <pc:docMk/>
            <pc:sldMk cId="1882235630" sldId="278"/>
            <ac:picMk id="5" creationId="{59BFB9D9-CE0F-45E0-BB5E-2679AF24FE84}"/>
          </ac:picMkLst>
        </pc:picChg>
        <pc:picChg chg="mod">
          <ac:chgData name="Robin Carraway" userId="1a99621e-78e1-4542-bebd-b614a66eedc8" providerId="ADAL" clId="{81D675A4-F783-4D94-B4B6-31D6056BB2B5}" dt="2024-11-21T23:21:41.838" v="414" actId="1076"/>
          <ac:picMkLst>
            <pc:docMk/>
            <pc:sldMk cId="1882235630" sldId="278"/>
            <ac:picMk id="6" creationId="{A4C75B45-6CF7-4AE5-B2B9-819FBE1277A8}"/>
          </ac:picMkLst>
        </pc:picChg>
      </pc:sldChg>
      <pc:sldChg chg="modSp">
        <pc:chgData name="Robin Carraway" userId="1a99621e-78e1-4542-bebd-b614a66eedc8" providerId="ADAL" clId="{81D675A4-F783-4D94-B4B6-31D6056BB2B5}" dt="2024-11-21T23:22:48.967" v="455" actId="6549"/>
        <pc:sldMkLst>
          <pc:docMk/>
          <pc:sldMk cId="2351633869" sldId="279"/>
        </pc:sldMkLst>
        <pc:spChg chg="mod">
          <ac:chgData name="Robin Carraway" userId="1a99621e-78e1-4542-bebd-b614a66eedc8" providerId="ADAL" clId="{81D675A4-F783-4D94-B4B6-31D6056BB2B5}" dt="2024-11-21T23:22:33.338" v="447" actId="207"/>
          <ac:spMkLst>
            <pc:docMk/>
            <pc:sldMk cId="2351633869" sldId="279"/>
            <ac:spMk id="2" creationId="{B8808842-AED7-4DB4-95D2-D522891A848F}"/>
          </ac:spMkLst>
        </pc:spChg>
        <pc:spChg chg="mod">
          <ac:chgData name="Robin Carraway" userId="1a99621e-78e1-4542-bebd-b614a66eedc8" providerId="ADAL" clId="{81D675A4-F783-4D94-B4B6-31D6056BB2B5}" dt="2024-11-21T23:22:48.967" v="455" actId="6549"/>
          <ac:spMkLst>
            <pc:docMk/>
            <pc:sldMk cId="2351633869" sldId="279"/>
            <ac:spMk id="3" creationId="{86589DE5-6319-4592-B9DE-D4175A2E77C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2/5/2025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2/5/2025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2/5/2025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2/5/2025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2/5/2025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C8D3E-FC5C-46D4-B8FE-4DEB6FDD4C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83171" y="2577137"/>
            <a:ext cx="8825658" cy="2677648"/>
          </a:xfrm>
        </p:spPr>
        <p:txBody>
          <a:bodyPr/>
          <a:lstStyle/>
          <a:p>
            <a:pPr algn="ctr"/>
            <a:r>
              <a:rPr lang="en-US" dirty="0"/>
              <a:t>ORGANIC MOLECULES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07EAC1-D75F-41F0-88CB-5CF2C678B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87921" y="6773964"/>
            <a:ext cx="8825658" cy="861420"/>
          </a:xfrm>
        </p:spPr>
        <p:txBody>
          <a:bodyPr/>
          <a:lstStyle/>
          <a:p>
            <a:pPr algn="ctr"/>
            <a:r>
              <a:rPr lang="en-US" dirty="0"/>
              <a:t>Chapter 3</a:t>
            </a:r>
          </a:p>
        </p:txBody>
      </p:sp>
      <p:pic>
        <p:nvPicPr>
          <p:cNvPr id="1026" name="Picture 2" descr="What is Biomolecules - Definition of Biomolecules, Notes, Examples, Books">
            <a:extLst>
              <a:ext uri="{FF2B5EF4-FFF2-40B4-BE49-F238E27FC236}">
                <a16:creationId xmlns:a16="http://schemas.microsoft.com/office/drawing/2014/main" id="{BAC8C1C2-0A08-4259-B6BA-B1DD2C25555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0776" y="729298"/>
            <a:ext cx="5870448" cy="3333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490255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7945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4091D54B-59AB-4A5E-8E9E-0421BD66D4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47CE62E-FFFD-4A1F-BA78-C3B89C36F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AE51FD27-6B6A-4D21-BF22-245DA9BD0B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44315-1C5A-4185-A952-25D98D303D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669413-68E1-9BD1-D80C-E68DF5D533E0}"/>
              </a:ext>
            </a:extLst>
          </p:cNvPr>
          <p:cNvSpPr txBox="1"/>
          <p:nvPr/>
        </p:nvSpPr>
        <p:spPr>
          <a:xfrm>
            <a:off x="8608274" y="2741454"/>
            <a:ext cx="3161016" cy="3153753"/>
          </a:xfrm>
          <a:prstGeom prst="rect">
            <a:avLst/>
          </a:prstGeom>
        </p:spPr>
        <p:txBody>
          <a:bodyPr rot="0" spcFirstLastPara="0" vertOverflow="overflow" horzOverflow="overflow" vert="horz" lIns="91440" tIns="45720" rIns="91440" bIns="45720" numCol="1" spcCol="0" rtlCol="0" fromWordArt="0" anchor="b" anchorCtr="0" forceAA="0" compatLnSpc="1">
            <a:prstTxWarp prst="textNoShape">
              <a:avLst/>
            </a:prstTxWarp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8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Color the boxes according to the table. </a:t>
            </a: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800" b="0" i="0" kern="1200">
              <a:solidFill>
                <a:srgbClr val="EBEBEB"/>
              </a:solidFill>
              <a:latin typeface="+mj-lt"/>
              <a:ea typeface="+mj-ea"/>
              <a:cs typeface="+mj-cs"/>
            </a:endParaRPr>
          </a:p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sz="3800" b="0" i="0" kern="1200">
              <a:solidFill>
                <a:srgbClr val="EBEBEB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25A657F0-42F3-40D3-BC75-7DA1F5C6A2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23332" y="396837"/>
            <a:ext cx="7906665" cy="6058999"/>
            <a:chOff x="423332" y="396837"/>
            <a:chExt cx="7906665" cy="6058999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2E94FF68-7A60-47B7-AB98-1674FC7F2D1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flipH="1">
              <a:off x="423332" y="402165"/>
              <a:ext cx="678513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>
              <a:extLst>
                <a:ext uri="{FF2B5EF4-FFF2-40B4-BE49-F238E27FC236}">
                  <a16:creationId xmlns:a16="http://schemas.microsoft.com/office/drawing/2014/main" id="{42B4F8D7-4E9C-45EF-9072-1AF32CEF71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400000" flipH="1">
              <a:off x="4616676" y="2801722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3ECBDDDB-593C-40F0-8E80-AA75798EE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 rot="5677511" flipH="1">
              <a:off x="6459831" y="1826079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E051649-F1C1-5184-D96B-B6A6B5BF59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8179544"/>
              </p:ext>
            </p:extLst>
          </p:nvPr>
        </p:nvGraphicFramePr>
        <p:xfrm>
          <a:off x="1109763" y="1129227"/>
          <a:ext cx="6443180" cy="4599549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3142120">
                  <a:extLst>
                    <a:ext uri="{9D8B030D-6E8A-4147-A177-3AD203B41FA5}">
                      <a16:colId xmlns:a16="http://schemas.microsoft.com/office/drawing/2014/main" val="2869375706"/>
                    </a:ext>
                  </a:extLst>
                </a:gridCol>
                <a:gridCol w="3301060">
                  <a:extLst>
                    <a:ext uri="{9D8B030D-6E8A-4147-A177-3AD203B41FA5}">
                      <a16:colId xmlns:a16="http://schemas.microsoft.com/office/drawing/2014/main" val="3436512925"/>
                    </a:ext>
                  </a:extLst>
                </a:gridCol>
              </a:tblGrid>
              <a:tr h="51106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 i="0" cap="none" spc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Arginine </a:t>
                      </a:r>
                    </a:p>
                  </a:txBody>
                  <a:tcPr marL="88027" marR="88027" marT="120723" marB="603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 i="0" cap="none" spc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Green </a:t>
                      </a:r>
                    </a:p>
                  </a:txBody>
                  <a:tcPr marL="88027" marR="88027" marT="120723" marB="603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1732433"/>
                  </a:ext>
                </a:extLst>
              </a:tr>
              <a:tr h="51106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 i="0" cap="none" spc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Histidine </a:t>
                      </a:r>
                    </a:p>
                  </a:txBody>
                  <a:tcPr marL="88027" marR="88027" marT="120723" marB="603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 i="0" cap="none" spc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Red </a:t>
                      </a:r>
                    </a:p>
                  </a:txBody>
                  <a:tcPr marL="88027" marR="88027" marT="120723" marB="603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6706890"/>
                  </a:ext>
                </a:extLst>
              </a:tr>
              <a:tr h="51106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 i="0" cap="none" spc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Proline </a:t>
                      </a:r>
                    </a:p>
                  </a:txBody>
                  <a:tcPr marL="88027" marR="88027" marT="120723" marB="603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 i="0" cap="none" spc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Blue </a:t>
                      </a:r>
                    </a:p>
                  </a:txBody>
                  <a:tcPr marL="88027" marR="88027" marT="120723" marB="603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492069"/>
                  </a:ext>
                </a:extLst>
              </a:tr>
              <a:tr h="51106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 i="0" cap="none" spc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Isoleucine </a:t>
                      </a:r>
                    </a:p>
                  </a:txBody>
                  <a:tcPr marL="88027" marR="88027" marT="120723" marB="603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 i="0" cap="none" spc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Purple </a:t>
                      </a:r>
                    </a:p>
                  </a:txBody>
                  <a:tcPr marL="88027" marR="88027" marT="120723" marB="603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193954"/>
                  </a:ext>
                </a:extLst>
              </a:tr>
              <a:tr h="51106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 i="0" cap="none" spc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Lysine </a:t>
                      </a:r>
                    </a:p>
                  </a:txBody>
                  <a:tcPr marL="88027" marR="88027" marT="120723" marB="603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 i="0" cap="none" spc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Yellow </a:t>
                      </a:r>
                    </a:p>
                  </a:txBody>
                  <a:tcPr marL="88027" marR="88027" marT="120723" marB="603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2328770"/>
                  </a:ext>
                </a:extLst>
              </a:tr>
              <a:tr h="51106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 i="0" cap="none" spc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Methionine </a:t>
                      </a:r>
                    </a:p>
                  </a:txBody>
                  <a:tcPr marL="88027" marR="88027" marT="120723" marB="603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 i="0" cap="none" spc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Orange </a:t>
                      </a:r>
                    </a:p>
                  </a:txBody>
                  <a:tcPr marL="88027" marR="88027" marT="120723" marB="603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438813"/>
                  </a:ext>
                </a:extLst>
              </a:tr>
              <a:tr h="51106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 i="0" cap="none" spc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Alanine </a:t>
                      </a:r>
                    </a:p>
                  </a:txBody>
                  <a:tcPr marL="88027" marR="88027" marT="120723" marB="603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 i="0" cap="none" spc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Pink </a:t>
                      </a:r>
                    </a:p>
                  </a:txBody>
                  <a:tcPr marL="88027" marR="88027" marT="120723" marB="603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9623774"/>
                  </a:ext>
                </a:extLst>
              </a:tr>
              <a:tr h="51106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 i="0" cap="none" spc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Leucine </a:t>
                      </a:r>
                    </a:p>
                  </a:txBody>
                  <a:tcPr marL="88027" marR="88027" marT="120723" marB="603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 i="0" cap="none" spc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Brown </a:t>
                      </a:r>
                    </a:p>
                  </a:txBody>
                  <a:tcPr marL="88027" marR="88027" marT="120723" marB="603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4678944"/>
                  </a:ext>
                </a:extLst>
              </a:tr>
              <a:tr h="511061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 i="0" cap="none" spc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Glycine </a:t>
                      </a:r>
                    </a:p>
                  </a:txBody>
                  <a:tcPr marL="88027" marR="88027" marT="120723" marB="603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 i="0" cap="none" spc="0" dirty="0">
                          <a:solidFill>
                            <a:schemeClr val="tx1"/>
                          </a:solidFill>
                          <a:effectLst/>
                          <a:latin typeface="Calibri"/>
                        </a:rPr>
                        <a:t>Blank/White </a:t>
                      </a:r>
                    </a:p>
                  </a:txBody>
                  <a:tcPr marL="88027" marR="88027" marT="120723" marB="60362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95861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524546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C531A6-14E6-4749-8F34-A5269F599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UNIT 2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D299EF-1CB6-49ED-9B4B-11D5CC78E5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13875" y="2612736"/>
            <a:ext cx="8364249" cy="3416300"/>
          </a:xfrm>
        </p:spPr>
        <p:txBody>
          <a:bodyPr>
            <a:normAutofit/>
          </a:bodyPr>
          <a:lstStyle/>
          <a:p>
            <a:r>
              <a:rPr lang="en-US" sz="2400" dirty="0"/>
              <a:t>Describe the properties of carbon that enable it to produce organic molecules.</a:t>
            </a:r>
          </a:p>
          <a:p>
            <a:r>
              <a:rPr lang="en-US" sz="2400" dirty="0"/>
              <a:t>Compare and contrast dehydration and hydrolytic reactions.</a:t>
            </a:r>
          </a:p>
          <a:p>
            <a:r>
              <a:rPr lang="en-US" sz="2400" dirty="0"/>
              <a:t>Describe the forms and roles of carbohydrates, lipids, proteins, and nucleic acids.</a:t>
            </a:r>
          </a:p>
        </p:txBody>
      </p:sp>
    </p:spTree>
    <p:extLst>
      <p:ext uri="{BB962C8B-B14F-4D97-AF65-F5344CB8AC3E}">
        <p14:creationId xmlns:p14="http://schemas.microsoft.com/office/powerpoint/2010/main" val="1433868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1A324-3B1E-4DB7-8B8B-A993AE2DF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293" y="973668"/>
            <a:ext cx="8761413" cy="706964"/>
          </a:xfrm>
        </p:spPr>
        <p:txBody>
          <a:bodyPr/>
          <a:lstStyle/>
          <a:p>
            <a:pPr algn="ctr"/>
            <a:r>
              <a:rPr lang="en-US" sz="4000" dirty="0"/>
              <a:t>ORGANIC CHEMISTRY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DB875A-FC69-4A8D-9204-1700365764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6618" y="2295143"/>
            <a:ext cx="9040259" cy="4369043"/>
          </a:xfrm>
        </p:spPr>
        <p:txBody>
          <a:bodyPr>
            <a:normAutofit/>
          </a:bodyPr>
          <a:lstStyle/>
          <a:p>
            <a:r>
              <a:rPr lang="en-US" sz="2400" dirty="0"/>
              <a:t>The chemistry of living organisms</a:t>
            </a:r>
          </a:p>
          <a:p>
            <a:r>
              <a:rPr lang="en-US" sz="2400" b="1" dirty="0">
                <a:solidFill>
                  <a:srgbClr val="00B0F0"/>
                </a:solidFill>
              </a:rPr>
              <a:t>Biomolecules</a:t>
            </a:r>
          </a:p>
          <a:p>
            <a:pPr lvl="1"/>
            <a:r>
              <a:rPr lang="en-US" sz="2000" dirty="0"/>
              <a:t>Includes compounds and molecules that contain                                  both Hydrogen and Carbon atoms</a:t>
            </a:r>
          </a:p>
          <a:p>
            <a:pPr lvl="1"/>
            <a:r>
              <a:rPr lang="en-US" sz="2000" dirty="0"/>
              <a:t>“Bio” means “living” → molecules of life</a:t>
            </a:r>
          </a:p>
          <a:p>
            <a:pPr lvl="1"/>
            <a:r>
              <a:rPr lang="en-US" sz="1800" dirty="0"/>
              <a:t>4 classes:</a:t>
            </a:r>
          </a:p>
          <a:p>
            <a:pPr lvl="2"/>
            <a:r>
              <a:rPr lang="en-US" sz="1600" dirty="0"/>
              <a:t>Carbohydrates</a:t>
            </a:r>
          </a:p>
          <a:p>
            <a:pPr lvl="2"/>
            <a:r>
              <a:rPr lang="en-US" sz="1600" dirty="0"/>
              <a:t>Lipids</a:t>
            </a:r>
          </a:p>
          <a:p>
            <a:pPr lvl="2"/>
            <a:r>
              <a:rPr lang="en-US" sz="1600" dirty="0"/>
              <a:t>Proteins</a:t>
            </a:r>
          </a:p>
          <a:p>
            <a:pPr lvl="2"/>
            <a:r>
              <a:rPr lang="en-US" sz="1600" dirty="0"/>
              <a:t>Nucleic acids</a:t>
            </a:r>
          </a:p>
        </p:txBody>
      </p:sp>
      <p:pic>
        <p:nvPicPr>
          <p:cNvPr id="2050" name="Picture 2" descr="Biomolecules: Types and Functions - Conduct Science">
            <a:extLst>
              <a:ext uri="{FF2B5EF4-FFF2-40B4-BE49-F238E27FC236}">
                <a16:creationId xmlns:a16="http://schemas.microsoft.com/office/drawing/2014/main" id="{BC53B0E7-C081-4625-A9A4-4A33CB8645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8392" y="2295144"/>
            <a:ext cx="3938207" cy="43690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807057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534606-7348-46ED-BE8A-367BD5C7A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293" y="1019388"/>
            <a:ext cx="8761413" cy="706964"/>
          </a:xfrm>
        </p:spPr>
        <p:txBody>
          <a:bodyPr/>
          <a:lstStyle/>
          <a:p>
            <a:pPr algn="ctr"/>
            <a:r>
              <a:rPr lang="en-US" sz="4000" dirty="0"/>
              <a:t>CARBON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306740E-AA41-4B5A-9F7B-488678FDB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20176" y="2423572"/>
            <a:ext cx="3675824" cy="4196684"/>
          </a:xfrm>
        </p:spPr>
        <p:txBody>
          <a:bodyPr>
            <a:normAutofit/>
          </a:bodyPr>
          <a:lstStyle/>
          <a:p>
            <a:r>
              <a:rPr lang="en-US" sz="2000" dirty="0"/>
              <a:t>6 electrons</a:t>
            </a:r>
          </a:p>
          <a:p>
            <a:pPr lvl="1"/>
            <a:r>
              <a:rPr lang="en-US" sz="1800" dirty="0"/>
              <a:t>2 in first level</a:t>
            </a:r>
          </a:p>
          <a:p>
            <a:pPr lvl="1"/>
            <a:r>
              <a:rPr lang="en-US" sz="1800" dirty="0"/>
              <a:t>4 in second level</a:t>
            </a:r>
          </a:p>
          <a:p>
            <a:r>
              <a:rPr lang="en-US" sz="2000" dirty="0"/>
              <a:t>Generally forms covalent bonds</a:t>
            </a:r>
          </a:p>
          <a:p>
            <a:r>
              <a:rPr lang="en-US" sz="2000" dirty="0"/>
              <a:t>Can form bonds with up to 4 other elements</a:t>
            </a:r>
          </a:p>
          <a:p>
            <a:r>
              <a:rPr lang="en-US" sz="2000" dirty="0"/>
              <a:t>Forms single, double, or triple bonds</a:t>
            </a:r>
          </a:p>
          <a:p>
            <a:r>
              <a:rPr lang="en-US" sz="2000" dirty="0"/>
              <a:t>Create chains and rings</a:t>
            </a:r>
          </a:p>
        </p:txBody>
      </p:sp>
      <p:pic>
        <p:nvPicPr>
          <p:cNvPr id="3076" name="Picture 4" descr="Carbon Overview &amp; Importance | Why Organisms Need Carbon - Video &amp; Lesson  Transcript | Study.com">
            <a:extLst>
              <a:ext uri="{FF2B5EF4-FFF2-40B4-BE49-F238E27FC236}">
                <a16:creationId xmlns:a16="http://schemas.microsoft.com/office/drawing/2014/main" id="{89D94963-69CE-4FEE-AE31-48A09F7128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168" y="2601087"/>
            <a:ext cx="2209800" cy="2076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Carbon and Carbon Bonding | Biology for Non-Majors I">
            <a:extLst>
              <a:ext uri="{FF2B5EF4-FFF2-40B4-BE49-F238E27FC236}">
                <a16:creationId xmlns:a16="http://schemas.microsoft.com/office/drawing/2014/main" id="{41F1C73A-514C-45B0-9359-16F8F2F142CC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703" y="2423572"/>
            <a:ext cx="5064168" cy="1827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2" name="Picture 10" descr="Hydrocarbon Molecules Set Stock Illustration - Download Image Now - Molecule,  Methane, Hydrogen - iStock">
            <a:extLst>
              <a:ext uri="{FF2B5EF4-FFF2-40B4-BE49-F238E27FC236}">
                <a16:creationId xmlns:a16="http://schemas.microsoft.com/office/drawing/2014/main" id="{2399AA37-6B5B-4B50-87EB-86B7FC83EB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96108" y="4531233"/>
            <a:ext cx="3511359" cy="1948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65077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2CA36-88A6-4DCB-BB00-534CFA7703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566" y="640080"/>
            <a:ext cx="3925586" cy="1472184"/>
          </a:xfrm>
        </p:spPr>
        <p:txBody>
          <a:bodyPr/>
          <a:lstStyle/>
          <a:p>
            <a:pPr algn="ctr"/>
            <a:r>
              <a:rPr lang="en-US" sz="2800" dirty="0"/>
              <a:t>CARBON BACKBONE &amp; FUNCTIONAL GROUPS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B12A9A-F59A-44E9-B861-5DDFCC5EB6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22960" y="2322576"/>
            <a:ext cx="3822192" cy="402336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Carbon backbone 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Carbon chain of molecule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Determines shape of molecule</a:t>
            </a:r>
          </a:p>
          <a:p>
            <a:pPr>
              <a:buClr>
                <a:schemeClr val="bg1"/>
              </a:buClr>
            </a:pPr>
            <a:r>
              <a:rPr lang="en-US" sz="2000" dirty="0">
                <a:solidFill>
                  <a:schemeClr val="bg1"/>
                </a:solidFill>
              </a:rPr>
              <a:t>Functional groups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Specific combination of bonded atoms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Always react in same way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Determines reactivity of molecule</a:t>
            </a:r>
          </a:p>
        </p:txBody>
      </p:sp>
      <p:pic>
        <p:nvPicPr>
          <p:cNvPr id="4098" name="Picture 2" descr="1.9: Functional Groups - Biology LibreTexts">
            <a:extLst>
              <a:ext uri="{FF2B5EF4-FFF2-40B4-BE49-F238E27FC236}">
                <a16:creationId xmlns:a16="http://schemas.microsoft.com/office/drawing/2014/main" id="{67AA95A7-0F44-4A0C-8FAD-A8F76EDF8BD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1576" y="640080"/>
            <a:ext cx="5720858" cy="52039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2CDD3B-01FF-440D-9CCF-FEB913596899}"/>
              </a:ext>
            </a:extLst>
          </p:cNvPr>
          <p:cNvSpPr txBox="1"/>
          <p:nvPr/>
        </p:nvSpPr>
        <p:spPr>
          <a:xfrm>
            <a:off x="6454021" y="5976604"/>
            <a:ext cx="43159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“R” represents the carbon backbone</a:t>
            </a:r>
          </a:p>
        </p:txBody>
      </p:sp>
    </p:spTree>
    <p:extLst>
      <p:ext uri="{BB962C8B-B14F-4D97-AF65-F5344CB8AC3E}">
        <p14:creationId xmlns:p14="http://schemas.microsoft.com/office/powerpoint/2010/main" val="3208503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BCF70-125E-4FEC-A14F-D8496FC14C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293" y="962950"/>
            <a:ext cx="8761413" cy="706964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ISOMERS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9FD28-A95C-4C56-A959-BA6DD61526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3523" y="2818791"/>
            <a:ext cx="5849350" cy="1772674"/>
          </a:xfrm>
        </p:spPr>
        <p:txBody>
          <a:bodyPr/>
          <a:lstStyle/>
          <a:p>
            <a:r>
              <a:rPr lang="en-US" sz="2000" dirty="0"/>
              <a:t>Identical molecular formulas, but different arrangement</a:t>
            </a:r>
          </a:p>
          <a:p>
            <a:r>
              <a:rPr lang="en-US" sz="2000" dirty="0"/>
              <a:t>Different properties</a:t>
            </a:r>
          </a:p>
          <a:p>
            <a:r>
              <a:rPr lang="en-US" sz="2000" dirty="0"/>
              <a:t>React differently in chemical reactions</a:t>
            </a:r>
          </a:p>
        </p:txBody>
      </p:sp>
      <p:pic>
        <p:nvPicPr>
          <p:cNvPr id="5122" name="Picture 2" descr="Structural Isomers and Stereoisomers ( Read ) | Chemistry | CK-12 Foundation">
            <a:extLst>
              <a:ext uri="{FF2B5EF4-FFF2-40B4-BE49-F238E27FC236}">
                <a16:creationId xmlns:a16="http://schemas.microsoft.com/office/drawing/2014/main" id="{760977C1-AB55-4E4F-A416-AEBB32B82ADE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42118" y="2818791"/>
            <a:ext cx="2918809" cy="2553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2B17C1A-7B1F-4048-A625-C65749AABEA4}"/>
              </a:ext>
            </a:extLst>
          </p:cNvPr>
          <p:cNvSpPr txBox="1"/>
          <p:nvPr/>
        </p:nvSpPr>
        <p:spPr>
          <a:xfrm>
            <a:off x="7360482" y="2905780"/>
            <a:ext cx="11247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</a:t>
            </a:r>
            <a:r>
              <a:rPr lang="en-US" sz="2800" baseline="-25000" dirty="0"/>
              <a:t>5</a:t>
            </a:r>
            <a:r>
              <a:rPr lang="en-US" sz="2800" dirty="0"/>
              <a:t>H</a:t>
            </a:r>
            <a:r>
              <a:rPr lang="en-US" sz="2800" baseline="-25000" dirty="0"/>
              <a:t>12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C9A5AE-3EB9-4FC5-866E-249A4ECD585F}"/>
              </a:ext>
            </a:extLst>
          </p:cNvPr>
          <p:cNvSpPr txBox="1"/>
          <p:nvPr/>
        </p:nvSpPr>
        <p:spPr>
          <a:xfrm>
            <a:off x="816301" y="5445232"/>
            <a:ext cx="139903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C</a:t>
            </a:r>
            <a:r>
              <a:rPr lang="en-US" sz="2800" baseline="-25000" dirty="0"/>
              <a:t>3</a:t>
            </a:r>
            <a:r>
              <a:rPr lang="en-US" sz="2800" dirty="0"/>
              <a:t>H</a:t>
            </a:r>
            <a:r>
              <a:rPr lang="en-US" sz="2800" baseline="-25000" dirty="0"/>
              <a:t>8</a:t>
            </a:r>
            <a:r>
              <a:rPr lang="en-US" sz="2800" dirty="0"/>
              <a:t>O</a:t>
            </a:r>
          </a:p>
        </p:txBody>
      </p:sp>
      <p:pic>
        <p:nvPicPr>
          <p:cNvPr id="5126" name="Picture 6" descr="File:Structural isomers.png - Wikimedia Commons">
            <a:extLst>
              <a:ext uri="{FF2B5EF4-FFF2-40B4-BE49-F238E27FC236}">
                <a16:creationId xmlns:a16="http://schemas.microsoft.com/office/drawing/2014/main" id="{DDB4CC8F-68F6-4123-86F6-DDE6C0693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0477" y="5018348"/>
            <a:ext cx="5314687" cy="13769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68991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7236E-8391-43DD-95DF-5F3C6B866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755857"/>
            <a:ext cx="5218176" cy="1235987"/>
          </a:xfrm>
        </p:spPr>
        <p:txBody>
          <a:bodyPr/>
          <a:lstStyle/>
          <a:p>
            <a:r>
              <a:rPr lang="en-US" dirty="0"/>
              <a:t>MACROMOLECULES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64E46E-DA72-48FE-B559-18AB45038B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584" y="328410"/>
            <a:ext cx="5558125" cy="6201179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AED3C2-3451-4C82-937B-D8CF715FCB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flipV="1">
            <a:off x="6470584" y="4720244"/>
            <a:ext cx="669126" cy="45719"/>
          </a:xfrm>
        </p:spPr>
        <p:txBody>
          <a:bodyPr>
            <a:normAutofit fontScale="25000" lnSpcReduction="20000"/>
          </a:bodyPr>
          <a:lstStyle/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71BFE5-B805-48F7-984F-BD49F18F2AD5}"/>
              </a:ext>
            </a:extLst>
          </p:cNvPr>
          <p:cNvSpPr txBox="1"/>
          <p:nvPr/>
        </p:nvSpPr>
        <p:spPr>
          <a:xfrm>
            <a:off x="804672" y="1991844"/>
            <a:ext cx="5218176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F0"/>
                </a:solidFill>
              </a:rPr>
              <a:t>Monomer</a:t>
            </a:r>
            <a:r>
              <a:rPr lang="en-US" sz="2400" dirty="0">
                <a:solidFill>
                  <a:schemeClr val="bg1"/>
                </a:solidFill>
              </a:rPr>
              <a:t> – smallest unit of molecule; single building block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F0"/>
                </a:solidFill>
              </a:rPr>
              <a:t>Polymer</a:t>
            </a:r>
            <a:r>
              <a:rPr lang="en-US" sz="2400" dirty="0">
                <a:solidFill>
                  <a:schemeClr val="bg1"/>
                </a:solidFill>
              </a:rPr>
              <a:t> – two or more monomers bonded together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bg1"/>
              </a:solidFill>
            </a:endParaRP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Bonded through dehydration reaction</a:t>
            </a:r>
          </a:p>
          <a:p>
            <a:pPr marL="8001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“de” = removal of</a:t>
            </a:r>
          </a:p>
          <a:p>
            <a:pPr marL="8001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“hydro” = water</a:t>
            </a:r>
          </a:p>
          <a:p>
            <a:pPr marL="342900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Separated by hydrolysis reaction</a:t>
            </a:r>
          </a:p>
          <a:p>
            <a:pPr marL="8001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“hydro” = water</a:t>
            </a:r>
          </a:p>
          <a:p>
            <a:pPr marL="800100" lvl="1" indent="-342900">
              <a:buClr>
                <a:schemeClr val="bg1"/>
              </a:buClr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“lysis” = to break</a:t>
            </a:r>
          </a:p>
        </p:txBody>
      </p:sp>
    </p:spTree>
    <p:extLst>
      <p:ext uri="{BB962C8B-B14F-4D97-AF65-F5344CB8AC3E}">
        <p14:creationId xmlns:p14="http://schemas.microsoft.com/office/powerpoint/2010/main" val="4106043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E3B7B-9679-4A8A-AE69-2813B020F4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293" y="1000905"/>
            <a:ext cx="8761413" cy="706964"/>
          </a:xfrm>
        </p:spPr>
        <p:txBody>
          <a:bodyPr/>
          <a:lstStyle/>
          <a:p>
            <a:pPr algn="ctr"/>
            <a:r>
              <a:rPr lang="en-US" sz="4000" dirty="0"/>
              <a:t>MOLECULES OF LIFE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B9262DD-43FD-4A93-80C9-8D79C730C3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414" y="2273998"/>
            <a:ext cx="3190020" cy="211512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9E1EFD-E062-47B6-A253-3335F6161B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5640" y="4494963"/>
            <a:ext cx="3190020" cy="21035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259894-EA77-441D-B8BC-971CB582A8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905" y="2273998"/>
            <a:ext cx="3178462" cy="211512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0286339-540F-4484-BEC8-5091A992EE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8154" y="4494963"/>
            <a:ext cx="3401994" cy="201556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757DB7A2-9CA9-4424-B0BE-835E96E15C05}"/>
              </a:ext>
            </a:extLst>
          </p:cNvPr>
          <p:cNvSpPr txBox="1"/>
          <p:nvPr/>
        </p:nvSpPr>
        <p:spPr>
          <a:xfrm>
            <a:off x="2590878" y="3695414"/>
            <a:ext cx="2944782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CARBOHYDRATES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C313EC9-7ECB-4570-BB2D-81D9FCBBD117}"/>
              </a:ext>
            </a:extLst>
          </p:cNvPr>
          <p:cNvSpPr txBox="1"/>
          <p:nvPr/>
        </p:nvSpPr>
        <p:spPr>
          <a:xfrm>
            <a:off x="576072" y="5960525"/>
            <a:ext cx="2221992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PROTEINS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B3F0776-88F2-4285-843E-DD1D0C95B49A}"/>
              </a:ext>
            </a:extLst>
          </p:cNvPr>
          <p:cNvSpPr txBox="1"/>
          <p:nvPr/>
        </p:nvSpPr>
        <p:spPr>
          <a:xfrm>
            <a:off x="9158177" y="2318551"/>
            <a:ext cx="2385361" cy="461665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LIPIDS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A79631-D482-4259-9833-9AB4466B38AF}"/>
              </a:ext>
            </a:extLst>
          </p:cNvPr>
          <p:cNvSpPr txBox="1"/>
          <p:nvPr/>
        </p:nvSpPr>
        <p:spPr>
          <a:xfrm>
            <a:off x="6324600" y="5521378"/>
            <a:ext cx="2243328" cy="830997"/>
          </a:xfrm>
          <a:prstGeom prst="rect">
            <a:avLst/>
          </a:prstGeom>
          <a:solidFill>
            <a:schemeClr val="accent2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NUCLEIC ACIDS</a:t>
            </a:r>
          </a:p>
        </p:txBody>
      </p:sp>
    </p:spTree>
    <p:extLst>
      <p:ext uri="{BB962C8B-B14F-4D97-AF65-F5344CB8AC3E}">
        <p14:creationId xmlns:p14="http://schemas.microsoft.com/office/powerpoint/2010/main" val="31479371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9B9D700-959C-49B4-A743-80B39BE5C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5293" y="1010244"/>
            <a:ext cx="8761413" cy="706964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CARBOHYDRATES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CBC454-D006-4B7A-990C-60528E9717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402332"/>
            <a:ext cx="8825659" cy="4135628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“Carbo-” = carbon, “Hydra-” = water</a:t>
            </a:r>
          </a:p>
          <a:p>
            <a:r>
              <a:rPr lang="en-US" sz="2400" dirty="0"/>
              <a:t>Consist of carbon, hydrogen, and oxygen in a 1:2:1 ratio</a:t>
            </a:r>
          </a:p>
          <a:p>
            <a:r>
              <a:rPr lang="en-US" sz="2400" dirty="0"/>
              <a:t>Energy source for living organisms</a:t>
            </a:r>
          </a:p>
          <a:p>
            <a:r>
              <a:rPr lang="en-US" sz="2400" dirty="0"/>
              <a:t>Structural in some organisms</a:t>
            </a:r>
          </a:p>
          <a:p>
            <a:endParaRPr lang="en-US" sz="2400" dirty="0"/>
          </a:p>
          <a:p>
            <a:r>
              <a:rPr lang="en-US" sz="2400" dirty="0"/>
              <a:t>Monomer: </a:t>
            </a:r>
            <a:r>
              <a:rPr lang="en-US" sz="2400" b="1" dirty="0">
                <a:solidFill>
                  <a:srgbClr val="00B0F0"/>
                </a:solidFill>
              </a:rPr>
              <a:t>monosaccharide</a:t>
            </a:r>
            <a:r>
              <a:rPr lang="en-US" sz="2400" dirty="0"/>
              <a:t> </a:t>
            </a:r>
          </a:p>
          <a:p>
            <a:pPr lvl="1"/>
            <a:r>
              <a:rPr lang="en-US" sz="2000" dirty="0"/>
              <a:t>“Mono” = one, “saccharide” = sugar</a:t>
            </a:r>
          </a:p>
          <a:p>
            <a:r>
              <a:rPr lang="en-US" sz="2400" dirty="0"/>
              <a:t>Polymer: </a:t>
            </a:r>
            <a:r>
              <a:rPr lang="en-US" sz="2400" b="1" dirty="0">
                <a:solidFill>
                  <a:srgbClr val="00B0F0"/>
                </a:solidFill>
              </a:rPr>
              <a:t>polysaccharide</a:t>
            </a:r>
          </a:p>
          <a:p>
            <a:pPr lvl="1"/>
            <a:r>
              <a:rPr lang="en-US" sz="2000" dirty="0"/>
              <a:t>“Poly” = many, “saccharide” = sugar</a:t>
            </a:r>
          </a:p>
          <a:p>
            <a:pPr lvl="1"/>
            <a:r>
              <a:rPr lang="en-US" sz="2000" dirty="0"/>
              <a:t>Can be two sugars or chain of hundreds of sugars</a:t>
            </a:r>
            <a:endParaRPr lang="en-US" sz="1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F0362A-320C-4D3F-A184-25B50644B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0613" y="192024"/>
            <a:ext cx="1954274" cy="6473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24660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60F9AC1-D74F-48F6-BC7F-A8FE05A74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MONOSACCHARIDES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4CC60479-F3D1-46EA-9FDC-517BF54DF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4" y="2521528"/>
            <a:ext cx="6566646" cy="4025392"/>
          </a:xfrm>
          <a:ln>
            <a:solidFill>
              <a:schemeClr val="accent1"/>
            </a:solidFill>
          </a:ln>
        </p:spPr>
        <p:txBody>
          <a:bodyPr>
            <a:normAutofit/>
          </a:bodyPr>
          <a:lstStyle/>
          <a:p>
            <a:r>
              <a:rPr lang="en-US" sz="2400" dirty="0"/>
              <a:t>Consist of one sugar molecule</a:t>
            </a:r>
          </a:p>
          <a:p>
            <a:pPr lvl="1"/>
            <a:r>
              <a:rPr lang="en-US" sz="2000" dirty="0"/>
              <a:t>Commonly called simple sugars</a:t>
            </a:r>
          </a:p>
          <a:p>
            <a:r>
              <a:rPr lang="en-US" sz="2400" dirty="0"/>
              <a:t>Functional group: hydroxyl group</a:t>
            </a:r>
          </a:p>
          <a:p>
            <a:pPr lvl="1"/>
            <a:r>
              <a:rPr lang="en-US" sz="2000" dirty="0"/>
              <a:t>Polar – makes molecule soluble in water</a:t>
            </a:r>
          </a:p>
          <a:p>
            <a:r>
              <a:rPr lang="en-US" sz="2400" dirty="0"/>
              <a:t>Examples:</a:t>
            </a:r>
          </a:p>
          <a:p>
            <a:pPr lvl="1"/>
            <a:r>
              <a:rPr lang="en-US" sz="2000" b="1" dirty="0">
                <a:solidFill>
                  <a:srgbClr val="00B0F0"/>
                </a:solidFill>
              </a:rPr>
              <a:t>Glucose</a:t>
            </a:r>
            <a:r>
              <a:rPr lang="en-US" sz="2000" dirty="0"/>
              <a:t> – major source of cellular fuel</a:t>
            </a:r>
          </a:p>
          <a:p>
            <a:pPr lvl="1"/>
            <a:r>
              <a:rPr lang="en-US" sz="2000" dirty="0"/>
              <a:t>Ribose – backbone of RNA</a:t>
            </a:r>
          </a:p>
          <a:p>
            <a:pPr lvl="1"/>
            <a:r>
              <a:rPr lang="en-US" sz="2000" dirty="0"/>
              <a:t>Deoxyribose – backbone of DNA</a:t>
            </a:r>
          </a:p>
        </p:txBody>
      </p:sp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4178E22-FC94-4867-BE70-B75FF696F78E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959672" y="2267712"/>
            <a:ext cx="3077374" cy="210307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96F0AC2-52E2-4B45-BC39-288658514E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7517"/>
          <a:stretch/>
        </p:blipFill>
        <p:spPr>
          <a:xfrm>
            <a:off x="7807721" y="4571815"/>
            <a:ext cx="3715707" cy="1975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1602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DF5B43-954B-4700-A95E-6C70A8BFDA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9405" y="937092"/>
            <a:ext cx="8761413" cy="706964"/>
          </a:xfrm>
        </p:spPr>
        <p:txBody>
          <a:bodyPr/>
          <a:lstStyle/>
          <a:p>
            <a:pPr algn="ctr"/>
            <a:r>
              <a:rPr lang="en-US" sz="4000" dirty="0"/>
              <a:t>DISACCHARIDES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46158B-EEDD-4D05-9512-64AE1579FE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4109" y="2590591"/>
            <a:ext cx="5855855" cy="4020066"/>
          </a:xfrm>
        </p:spPr>
        <p:txBody>
          <a:bodyPr>
            <a:normAutofit/>
          </a:bodyPr>
          <a:lstStyle/>
          <a:p>
            <a:r>
              <a:rPr lang="en-US" sz="2000" dirty="0"/>
              <a:t>Two sugar molecules</a:t>
            </a:r>
          </a:p>
          <a:p>
            <a:r>
              <a:rPr lang="en-US" sz="2000" dirty="0"/>
              <a:t>Joined by dehydration reaction</a:t>
            </a:r>
          </a:p>
          <a:p>
            <a:r>
              <a:rPr lang="en-US" sz="2000" dirty="0"/>
              <a:t>Broken into two by hydrolysis reaction</a:t>
            </a:r>
          </a:p>
          <a:p>
            <a:r>
              <a:rPr lang="en-US" sz="2000" dirty="0"/>
              <a:t>Polar like monosaccharides</a:t>
            </a:r>
          </a:p>
          <a:p>
            <a:r>
              <a:rPr lang="en-US" sz="2000" dirty="0"/>
              <a:t>Examples:</a:t>
            </a:r>
          </a:p>
          <a:p>
            <a:pPr lvl="1"/>
            <a:r>
              <a:rPr lang="en-US" sz="1800" dirty="0"/>
              <a:t>Maltose – 2 glucose molecules, used in brewing</a:t>
            </a:r>
          </a:p>
          <a:p>
            <a:pPr lvl="1"/>
            <a:r>
              <a:rPr lang="en-US" sz="1800" dirty="0"/>
              <a:t>Sucrose – glucose + fructose, sweetener</a:t>
            </a:r>
          </a:p>
          <a:p>
            <a:pPr lvl="1"/>
            <a:r>
              <a:rPr lang="en-US" sz="1800" dirty="0"/>
              <a:t>Lactose – glucose + galactose, found in milk</a:t>
            </a:r>
          </a:p>
          <a:p>
            <a:endParaRPr lang="en-US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29BEBBC-8863-4C84-948E-0DE845029A5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99450" y="2471166"/>
            <a:ext cx="2325564" cy="18221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6B22105-7F0D-4069-8B9D-5D6712411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167" y="4684729"/>
            <a:ext cx="3293774" cy="192592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7435AC-3B53-43E3-B32D-A2ED481D07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4352" y="2590591"/>
            <a:ext cx="2506411" cy="1652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0038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4CB845-2106-4F07-9E01-51880837F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POLYSACCHARIDES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7EEF67-5FE7-4920-A0BC-CF58C7142E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41223" y="2364509"/>
            <a:ext cx="6382850" cy="4182595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1"/>
                </a:solidFill>
              </a:rPr>
              <a:t>ENERGY STORAGE MOLECULES</a:t>
            </a:r>
          </a:p>
          <a:p>
            <a:r>
              <a:rPr lang="en-US" sz="2000" dirty="0"/>
              <a:t>Short term energy storage</a:t>
            </a:r>
          </a:p>
          <a:p>
            <a:r>
              <a:rPr lang="en-US" sz="2000" dirty="0"/>
              <a:t>Not as polar as monosaccharides</a:t>
            </a:r>
          </a:p>
          <a:p>
            <a:r>
              <a:rPr lang="en-US" sz="2000" b="1" dirty="0">
                <a:solidFill>
                  <a:srgbClr val="00B0F0"/>
                </a:solidFill>
              </a:rPr>
              <a:t>Starch</a:t>
            </a:r>
            <a:r>
              <a:rPr lang="en-US" sz="2000" dirty="0"/>
              <a:t> – glucose storage in plants</a:t>
            </a:r>
          </a:p>
          <a:p>
            <a:pPr lvl="1"/>
            <a:r>
              <a:rPr lang="en-US" sz="1800" dirty="0"/>
              <a:t>Stored during winter and broken down in spring to provide energy for growth</a:t>
            </a:r>
          </a:p>
          <a:p>
            <a:pPr lvl="1"/>
            <a:r>
              <a:rPr lang="en-US" sz="1800" dirty="0"/>
              <a:t>Linear or branched</a:t>
            </a:r>
          </a:p>
          <a:p>
            <a:r>
              <a:rPr lang="en-US" sz="2000" b="1" dirty="0">
                <a:solidFill>
                  <a:srgbClr val="00B0F0"/>
                </a:solidFill>
              </a:rPr>
              <a:t>Glycogen</a:t>
            </a:r>
            <a:r>
              <a:rPr lang="en-US" sz="2000" dirty="0"/>
              <a:t> – glucose storage in animals</a:t>
            </a:r>
          </a:p>
          <a:p>
            <a:pPr lvl="1"/>
            <a:r>
              <a:rPr lang="en-US" sz="1800" dirty="0"/>
              <a:t>Controlled by hormones</a:t>
            </a:r>
          </a:p>
          <a:p>
            <a:pPr lvl="1"/>
            <a:r>
              <a:rPr lang="en-US" sz="1800" dirty="0"/>
              <a:t>After a meal, insulin promotes formation of glycogen</a:t>
            </a:r>
          </a:p>
          <a:p>
            <a:endParaRPr lang="en-US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6775866-00EE-4DAA-A76F-4E37C2FD290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44145" y="2994828"/>
            <a:ext cx="5006632" cy="288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2113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5CDAE-360D-44DB-A8C1-F01C0FF239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968928"/>
            <a:ext cx="8761413" cy="706964"/>
          </a:xfrm>
        </p:spPr>
        <p:txBody>
          <a:bodyPr/>
          <a:lstStyle/>
          <a:p>
            <a:pPr algn="ctr"/>
            <a:r>
              <a:rPr lang="en-US" sz="4000" dirty="0"/>
              <a:t>POLYSACCHARIDES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FEBB9-1B03-4ECB-A56E-B4785A974A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68809" y="2244436"/>
            <a:ext cx="7191373" cy="4530420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1"/>
                </a:solidFill>
              </a:rPr>
              <a:t>STRUCTURAL MOLECULES</a:t>
            </a:r>
          </a:p>
          <a:p>
            <a:r>
              <a:rPr lang="en-US" sz="2200" dirty="0"/>
              <a:t>Used in cell walls, stalks, and stems</a:t>
            </a:r>
          </a:p>
          <a:p>
            <a:r>
              <a:rPr lang="en-US" sz="2200" b="1" dirty="0">
                <a:solidFill>
                  <a:srgbClr val="00B0F0"/>
                </a:solidFill>
              </a:rPr>
              <a:t>Cellulose</a:t>
            </a:r>
            <a:r>
              <a:rPr lang="en-US" sz="2200" dirty="0"/>
              <a:t> – chains of glucose</a:t>
            </a:r>
          </a:p>
          <a:p>
            <a:pPr lvl="1"/>
            <a:r>
              <a:rPr lang="en-US" sz="1900" dirty="0"/>
              <a:t>Most abundant organic molecule on Earth</a:t>
            </a:r>
          </a:p>
          <a:p>
            <a:pPr lvl="1"/>
            <a:r>
              <a:rPr lang="en-US" sz="1900" dirty="0"/>
              <a:t>Found in plant cell walls</a:t>
            </a:r>
          </a:p>
          <a:p>
            <a:pPr lvl="1"/>
            <a:r>
              <a:rPr lang="en-US" sz="1900" dirty="0"/>
              <a:t>Cannot be digested by animals</a:t>
            </a:r>
          </a:p>
          <a:p>
            <a:r>
              <a:rPr lang="en-US" sz="2200" dirty="0"/>
              <a:t>Chitin – chains of glucose with attached amino group</a:t>
            </a:r>
          </a:p>
          <a:p>
            <a:pPr lvl="1"/>
            <a:r>
              <a:rPr lang="en-US" sz="1900" dirty="0"/>
              <a:t>Found in fungal cell walls and exoskeletons of various animals</a:t>
            </a:r>
          </a:p>
          <a:p>
            <a:pPr lvl="1"/>
            <a:r>
              <a:rPr lang="en-US" sz="1900" dirty="0"/>
              <a:t>Cannot be digested by animals</a:t>
            </a:r>
          </a:p>
          <a:p>
            <a:r>
              <a:rPr lang="en-US" sz="2200" dirty="0"/>
              <a:t>Peptidoglycan – chains of glucose with attached amino acid chain</a:t>
            </a:r>
          </a:p>
          <a:p>
            <a:pPr lvl="1"/>
            <a:r>
              <a:rPr lang="en-US" sz="1900" dirty="0"/>
              <a:t>Found in bacterial cell walls</a:t>
            </a:r>
          </a:p>
        </p:txBody>
      </p:sp>
      <p:pic>
        <p:nvPicPr>
          <p:cNvPr id="1026" name="Picture 2" descr="Comparative In Situ Microscopic Observation of Cellulose and Chitin in  Hydrothermal Conditions | SpringerLink">
            <a:extLst>
              <a:ext uri="{FF2B5EF4-FFF2-40B4-BE49-F238E27FC236}">
                <a16:creationId xmlns:a16="http://schemas.microsoft.com/office/drawing/2014/main" id="{0885EB49-2B22-436D-8E5A-634CF453B79F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4726" y="3675888"/>
            <a:ext cx="4018465" cy="2584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113F892-2338-4785-A215-515DDF2948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0183" y="854796"/>
            <a:ext cx="3707130" cy="246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624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EB0C45-CE9A-4E51-91E8-BFB0BA1C8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LIPIDS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72F96B-67F1-413D-9769-3A092EDBD0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5" y="2603499"/>
            <a:ext cx="7705582" cy="4065155"/>
          </a:xfrm>
        </p:spPr>
        <p:txBody>
          <a:bodyPr>
            <a:normAutofit/>
          </a:bodyPr>
          <a:lstStyle/>
          <a:p>
            <a:r>
              <a:rPr lang="en-US" sz="2000" dirty="0"/>
              <a:t>“</a:t>
            </a:r>
            <a:r>
              <a:rPr lang="en-US" sz="2000" dirty="0" err="1"/>
              <a:t>Lipos</a:t>
            </a:r>
            <a:r>
              <a:rPr lang="en-US" sz="2000" dirty="0"/>
              <a:t>” = fat</a:t>
            </a:r>
          </a:p>
          <a:p>
            <a:r>
              <a:rPr lang="en-US" sz="2000" dirty="0"/>
              <a:t>Large, nonpolar molecules; insoluble in water</a:t>
            </a:r>
          </a:p>
          <a:p>
            <a:r>
              <a:rPr lang="en-US" sz="2000" dirty="0"/>
              <a:t>Consist of carbon, hydrogen, and oxygen (same as carbs, but not in same ratio)</a:t>
            </a:r>
          </a:p>
          <a:p>
            <a:r>
              <a:rPr lang="en-US" sz="2000" dirty="0"/>
              <a:t>Important for energy storage, insulation, cell structure, protection</a:t>
            </a:r>
          </a:p>
          <a:p>
            <a:r>
              <a:rPr lang="en-US" sz="2000" dirty="0"/>
              <a:t>4 main types: triglycerides, phospholipids, steroids, waxes</a:t>
            </a:r>
          </a:p>
          <a:p>
            <a:r>
              <a:rPr lang="en-US" sz="2000" dirty="0"/>
              <a:t>Monomer (for all but waxes) – </a:t>
            </a:r>
            <a:r>
              <a:rPr lang="en-US" sz="2000" b="1" dirty="0">
                <a:solidFill>
                  <a:srgbClr val="00B0F0"/>
                </a:solidFill>
              </a:rPr>
              <a:t>glycerol</a:t>
            </a:r>
            <a:r>
              <a:rPr lang="en-US" sz="2000" dirty="0"/>
              <a:t> C</a:t>
            </a:r>
            <a:r>
              <a:rPr lang="en-US" sz="2000" baseline="-25000" dirty="0"/>
              <a:t>3</a:t>
            </a:r>
            <a:r>
              <a:rPr lang="en-US" sz="2000" dirty="0"/>
              <a:t>H</a:t>
            </a:r>
            <a:r>
              <a:rPr lang="en-US" sz="2000" baseline="-25000" dirty="0"/>
              <a:t>8</a:t>
            </a:r>
            <a:r>
              <a:rPr lang="en-US" sz="2000" dirty="0"/>
              <a:t>O</a:t>
            </a:r>
            <a:r>
              <a:rPr lang="en-US" sz="2000" baseline="-25000" dirty="0"/>
              <a:t>3</a:t>
            </a:r>
            <a:r>
              <a:rPr lang="en-US" sz="2000" dirty="0"/>
              <a:t> and </a:t>
            </a:r>
            <a:r>
              <a:rPr lang="en-US" sz="2000" b="1" dirty="0">
                <a:solidFill>
                  <a:srgbClr val="00B0F0"/>
                </a:solidFill>
              </a:rPr>
              <a:t>fatty acid(s)</a:t>
            </a:r>
            <a:endParaRPr lang="en-US" sz="2000" b="1" baseline="-25000" dirty="0">
              <a:solidFill>
                <a:srgbClr val="00B0F0"/>
              </a:solidFill>
            </a:endParaRPr>
          </a:p>
          <a:p>
            <a:endParaRPr lang="en-US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4EE7C43-4067-4652-8D44-71E1077E0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30830" y="1680632"/>
            <a:ext cx="2996118" cy="21872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DDBFC09-1356-448F-8063-4D552221E5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02229" y="4095537"/>
            <a:ext cx="3298849" cy="218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5931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DD33B-AC8D-4633-836A-9A2D2E991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0" y="973668"/>
            <a:ext cx="5435807" cy="706964"/>
          </a:xfrm>
        </p:spPr>
        <p:txBody>
          <a:bodyPr/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TRIGLYCERIDES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5F0F74D-4D95-47E1-868E-C8CCC8A8B6E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00558" y="92458"/>
            <a:ext cx="3988562" cy="6673083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A62C2-28E7-48E3-AFBC-26F912EF5C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18182" y="2386584"/>
            <a:ext cx="7173260" cy="4270248"/>
          </a:xfrm>
        </p:spPr>
        <p:txBody>
          <a:bodyPr>
            <a:normAutofit/>
          </a:bodyPr>
          <a:lstStyle/>
          <a:p>
            <a:r>
              <a:rPr lang="en-US" sz="2400" dirty="0"/>
              <a:t>Glycerol and </a:t>
            </a:r>
            <a:r>
              <a:rPr lang="en-US" sz="2400" b="1" u="sng" dirty="0"/>
              <a:t>3</a:t>
            </a:r>
            <a:r>
              <a:rPr lang="en-US" sz="2400" dirty="0"/>
              <a:t> fatty acids - joined by dehydration; separated by hydrolysis</a:t>
            </a:r>
          </a:p>
          <a:p>
            <a:r>
              <a:rPr lang="en-US" sz="2400" dirty="0"/>
              <a:t>In animals, used for long-term energy storage</a:t>
            </a:r>
          </a:p>
          <a:p>
            <a:pPr lvl="1"/>
            <a:r>
              <a:rPr lang="en-US" sz="2000" dirty="0"/>
              <a:t>More efficient for storing energy than carbs</a:t>
            </a:r>
          </a:p>
          <a:p>
            <a:pPr lvl="1"/>
            <a:r>
              <a:rPr lang="en-US" sz="2000" dirty="0"/>
              <a:t>Stored in adipose tissue (yellow, chunky tissue)</a:t>
            </a:r>
          </a:p>
          <a:p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F958D3-0C07-4057-862A-EB3DC05AB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14689" y="5017557"/>
            <a:ext cx="2638425" cy="173355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9D4D52E-65E7-421E-A75A-01BD81B5336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382" t="10578" r="9424" b="9629"/>
          <a:stretch/>
        </p:blipFill>
        <p:spPr>
          <a:xfrm>
            <a:off x="5760719" y="5028073"/>
            <a:ext cx="2534263" cy="1723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8267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BEDA9-655D-4533-A9C4-8CC97C4D5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TRIGLYCERIDES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60C375-C94D-4897-AC89-08FFA3C73F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3491" y="2322576"/>
            <a:ext cx="5296621" cy="3697225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00B0F0"/>
                </a:solidFill>
              </a:rPr>
              <a:t>SATURATED FATTY ACIDS</a:t>
            </a:r>
          </a:p>
          <a:p>
            <a:r>
              <a:rPr lang="en-US" sz="2000" dirty="0"/>
              <a:t>Contain as many H atoms as can hold</a:t>
            </a:r>
          </a:p>
          <a:p>
            <a:r>
              <a:rPr lang="en-US" sz="2000" dirty="0"/>
              <a:t>No double bonds between C atoms</a:t>
            </a:r>
          </a:p>
          <a:p>
            <a:r>
              <a:rPr lang="en-US" sz="2000" dirty="0"/>
              <a:t>Generally found in animal tissues</a:t>
            </a:r>
          </a:p>
          <a:p>
            <a:r>
              <a:rPr lang="en-US" sz="2000" dirty="0"/>
              <a:t>Solid at room temperature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F3FD35-A7C2-41A6-982D-0200A0A75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8712" y="2322575"/>
            <a:ext cx="5296621" cy="3697225"/>
          </a:xfrm>
        </p:spPr>
        <p:txBody>
          <a:bodyPr/>
          <a:lstStyle/>
          <a:p>
            <a:pPr marL="0" indent="0" algn="ctr">
              <a:buNone/>
            </a:pPr>
            <a:r>
              <a:rPr lang="en-US" b="1" dirty="0">
                <a:solidFill>
                  <a:srgbClr val="00B0F0"/>
                </a:solidFill>
              </a:rPr>
              <a:t>UNSATURATED FATTY ACIDS</a:t>
            </a:r>
          </a:p>
          <a:p>
            <a:r>
              <a:rPr lang="en-US" sz="2000" dirty="0"/>
              <a:t>Reduced number of H atoms</a:t>
            </a:r>
          </a:p>
          <a:p>
            <a:r>
              <a:rPr lang="en-US" sz="2000" dirty="0"/>
              <a:t>Double bonds exist between C atoms</a:t>
            </a:r>
          </a:p>
          <a:p>
            <a:r>
              <a:rPr lang="en-US" sz="2000" dirty="0"/>
              <a:t>Generally found in plants</a:t>
            </a:r>
          </a:p>
          <a:p>
            <a:r>
              <a:rPr lang="en-US" sz="2000" dirty="0"/>
              <a:t>Liquid at room temperature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AC35025-66EF-4692-84A3-586CCD443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6156" y="4638539"/>
            <a:ext cx="3487911" cy="20734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B60588C-324E-402C-A43E-6F0708E667C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4153" y="4638538"/>
            <a:ext cx="3487910" cy="207340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A31BD6-F81C-48D3-B51D-3ABAFD37CC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4650280"/>
            <a:ext cx="3719687" cy="2061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67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DF783-33C6-47F0-9BD4-63C7D92FE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974004"/>
          </a:xfrm>
        </p:spPr>
        <p:txBody>
          <a:bodyPr/>
          <a:lstStyle/>
          <a:p>
            <a:pPr algn="ctr"/>
            <a:r>
              <a:rPr lang="en-US" sz="4000" dirty="0"/>
              <a:t>TRIGLYGERIDES</a:t>
            </a:r>
            <a:br>
              <a:rPr lang="en-US" dirty="0"/>
            </a:br>
            <a:r>
              <a:rPr lang="en-US" sz="3200" b="1" dirty="0">
                <a:solidFill>
                  <a:schemeClr val="accent2"/>
                </a:solidFill>
              </a:rPr>
              <a:t>UNSATURATED FATTY ACIDS</a:t>
            </a:r>
            <a:endParaRPr lang="en-US" b="1" dirty="0">
              <a:solidFill>
                <a:schemeClr val="accent2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51666A-0F72-4705-8EC8-C4FEF58B01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6021" y="2414016"/>
            <a:ext cx="5644091" cy="4267708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Cis- formation</a:t>
            </a:r>
          </a:p>
          <a:p>
            <a:pPr lvl="1"/>
            <a:r>
              <a:rPr lang="en-US" sz="1800" dirty="0"/>
              <a:t>Most common in nature</a:t>
            </a:r>
          </a:p>
          <a:p>
            <a:pPr lvl="1"/>
            <a:r>
              <a:rPr lang="en-US" sz="1800" dirty="0"/>
              <a:t>H atoms before/after double bond are on same side of molecule</a:t>
            </a:r>
          </a:p>
          <a:p>
            <a:r>
              <a:rPr lang="en-US" sz="2000" dirty="0"/>
              <a:t>Trans- formation</a:t>
            </a:r>
          </a:p>
          <a:p>
            <a:pPr lvl="1"/>
            <a:r>
              <a:rPr lang="en-US" sz="1800" dirty="0"/>
              <a:t>Not natural - often formed during food production </a:t>
            </a:r>
          </a:p>
          <a:p>
            <a:pPr lvl="1"/>
            <a:r>
              <a:rPr lang="en-US" sz="1800" dirty="0"/>
              <a:t>H atoms before/after double bond are on opposite sides of molecule</a:t>
            </a:r>
          </a:p>
          <a:p>
            <a:pPr lvl="1"/>
            <a:r>
              <a:rPr lang="en-US" sz="1800" dirty="0"/>
              <a:t>Raise total blood cholesterol levels</a:t>
            </a:r>
          </a:p>
          <a:p>
            <a:pPr lvl="1"/>
            <a:r>
              <a:rPr lang="en-US" sz="1800" dirty="0"/>
              <a:t>Banned by FDA since 2020, still found in trace amounts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16CE0DC-CBE4-4FEE-8304-E333D03BD19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08712" y="2414016"/>
            <a:ext cx="5644091" cy="40782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2436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5515F-3886-4115-ACD3-FB4CBA420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PHOSPHOLIPIDS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A1658-7315-4684-8A16-7CCCABCB7B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55781" y="2364509"/>
            <a:ext cx="6474691" cy="4319755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Similar to triglyceride structure, BUT</a:t>
            </a:r>
          </a:p>
          <a:p>
            <a:pPr lvl="1"/>
            <a:r>
              <a:rPr lang="en-US" sz="2000" dirty="0"/>
              <a:t>Only 2 fatty acid chains</a:t>
            </a:r>
          </a:p>
          <a:p>
            <a:pPr lvl="1"/>
            <a:r>
              <a:rPr lang="en-US" sz="2000" dirty="0"/>
              <a:t>Polar phosphate group in place of 3</a:t>
            </a:r>
            <a:r>
              <a:rPr lang="en-US" sz="2000" baseline="30000" dirty="0"/>
              <a:t>rd</a:t>
            </a:r>
            <a:r>
              <a:rPr lang="en-US" sz="2000" dirty="0"/>
              <a:t> fatty acid chain</a:t>
            </a:r>
          </a:p>
          <a:p>
            <a:r>
              <a:rPr lang="en-US" sz="2400" b="1" dirty="0">
                <a:solidFill>
                  <a:srgbClr val="00B0F0"/>
                </a:solidFill>
              </a:rPr>
              <a:t>Hydrophilic</a:t>
            </a:r>
            <a:r>
              <a:rPr lang="en-US" sz="2400" dirty="0"/>
              <a:t> heads</a:t>
            </a:r>
          </a:p>
          <a:p>
            <a:pPr lvl="1"/>
            <a:r>
              <a:rPr lang="en-US" sz="2000" dirty="0"/>
              <a:t>“Water friendly”</a:t>
            </a:r>
          </a:p>
          <a:p>
            <a:pPr lvl="1"/>
            <a:r>
              <a:rPr lang="en-US" sz="2000" dirty="0"/>
              <a:t>Polar, orient towards water</a:t>
            </a:r>
          </a:p>
          <a:p>
            <a:r>
              <a:rPr lang="en-US" sz="2400" b="1" dirty="0">
                <a:solidFill>
                  <a:srgbClr val="00B0F0"/>
                </a:solidFill>
              </a:rPr>
              <a:t>Hydrophobic</a:t>
            </a:r>
            <a:r>
              <a:rPr lang="en-US" sz="2400" dirty="0"/>
              <a:t> tails</a:t>
            </a:r>
          </a:p>
          <a:p>
            <a:pPr lvl="1"/>
            <a:r>
              <a:rPr lang="en-US" sz="2000" dirty="0"/>
              <a:t>“Water fear”</a:t>
            </a:r>
          </a:p>
          <a:p>
            <a:pPr lvl="1"/>
            <a:r>
              <a:rPr lang="en-US" sz="2000" dirty="0"/>
              <a:t>Nonpolar, orient away from water</a:t>
            </a:r>
          </a:p>
          <a:p>
            <a:endParaRPr lang="en-US" sz="20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7E1C4F7-70B0-42EB-AEEE-6EADEF3239F6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534186" y="2262412"/>
            <a:ext cx="3936968" cy="4421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180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2E6B1-AFC3-4E55-91EA-F2EEA4E80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PHOSPHOLIPIDS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935077-5B58-4A6E-B09F-6E412C749F0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145371" y="2318951"/>
            <a:ext cx="5837918" cy="4155001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9B672-3F43-445B-B120-CB36BC16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8712" y="2318951"/>
            <a:ext cx="5743143" cy="4155001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Major component of cellular membranes</a:t>
            </a:r>
          </a:p>
          <a:p>
            <a:pPr lvl="1"/>
            <a:r>
              <a:rPr lang="en-US" sz="2000" dirty="0"/>
              <a:t>Essential to cellular structure and function</a:t>
            </a:r>
          </a:p>
          <a:p>
            <a:r>
              <a:rPr lang="en-US" sz="2400" dirty="0"/>
              <a:t>Forms a </a:t>
            </a:r>
            <a:r>
              <a:rPr lang="en-US" sz="2400" b="1" dirty="0">
                <a:solidFill>
                  <a:srgbClr val="00B0F0"/>
                </a:solidFill>
              </a:rPr>
              <a:t>phospholipid bilayer</a:t>
            </a:r>
          </a:p>
          <a:p>
            <a:pPr lvl="1"/>
            <a:r>
              <a:rPr lang="en-US" sz="2000" dirty="0"/>
              <a:t>Heads towards interior of cell and exterior environment</a:t>
            </a:r>
          </a:p>
          <a:p>
            <a:pPr lvl="1"/>
            <a:r>
              <a:rPr lang="en-US" sz="2000" dirty="0"/>
              <a:t>Tails associate together protected from water</a:t>
            </a:r>
          </a:p>
          <a:p>
            <a:pPr lvl="1"/>
            <a:r>
              <a:rPr lang="en-US" sz="2000" dirty="0"/>
              <a:t>Modeled like a sandwich – heads are bread, tails are filling</a:t>
            </a:r>
          </a:p>
        </p:txBody>
      </p:sp>
    </p:spTree>
    <p:extLst>
      <p:ext uri="{BB962C8B-B14F-4D97-AF65-F5344CB8AC3E}">
        <p14:creationId xmlns:p14="http://schemas.microsoft.com/office/powerpoint/2010/main" val="3250213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518F21-84C1-48AD-BB0E-27C7F25CB1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STEROIDS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41EAE-0CCA-4464-994E-6C315550DC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0364" y="2603500"/>
            <a:ext cx="5495636" cy="3860225"/>
          </a:xfrm>
        </p:spPr>
        <p:txBody>
          <a:bodyPr>
            <a:normAutofit/>
          </a:bodyPr>
          <a:lstStyle/>
          <a:p>
            <a:r>
              <a:rPr lang="en-US" sz="2400" dirty="0"/>
              <a:t>Structure entirely different from other lipids</a:t>
            </a:r>
          </a:p>
          <a:p>
            <a:r>
              <a:rPr lang="en-US" sz="2400" dirty="0"/>
              <a:t>Consist of 4 fused carbon rings</a:t>
            </a:r>
          </a:p>
          <a:p>
            <a:r>
              <a:rPr lang="en-US" sz="2400" dirty="0"/>
              <a:t>Type depends on functional groups</a:t>
            </a:r>
          </a:p>
          <a:p>
            <a:r>
              <a:rPr lang="en-US" sz="2400" dirty="0"/>
              <a:t>Includes cholesterol and some hormones (testosterone and progesterone)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A5AC20-AB33-408C-992C-8CD2A46DEB1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68339" y="2485825"/>
            <a:ext cx="3322952" cy="225076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D0FFF0-0165-4ABA-A94B-B1D656D2F2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3295244"/>
            <a:ext cx="3249263" cy="3168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4578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8CA0A-E0A9-4A64-B873-4C20148E4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973668"/>
            <a:ext cx="8775429" cy="706964"/>
          </a:xfrm>
        </p:spPr>
        <p:txBody>
          <a:bodyPr/>
          <a:lstStyle/>
          <a:p>
            <a:pPr algn="ctr"/>
            <a:r>
              <a:rPr lang="en-US" sz="4000" dirty="0"/>
              <a:t>STEROIDS</a:t>
            </a:r>
            <a:br>
              <a:rPr lang="en-US" sz="4000" dirty="0"/>
            </a:br>
            <a:r>
              <a:rPr lang="en-US" sz="3200" b="1" dirty="0">
                <a:solidFill>
                  <a:srgbClr val="00B0F0"/>
                </a:solidFill>
              </a:rPr>
              <a:t>CHOLESTEROL</a:t>
            </a:r>
            <a:endParaRPr lang="en-US" sz="4000" b="1" dirty="0">
              <a:solidFill>
                <a:srgbClr val="00B0F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DC428-3CE0-4455-8F55-4B00439C7E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18201" y="2300854"/>
            <a:ext cx="4067223" cy="4419986"/>
          </a:xfrm>
        </p:spPr>
        <p:txBody>
          <a:bodyPr>
            <a:normAutofit/>
          </a:bodyPr>
          <a:lstStyle/>
          <a:p>
            <a:r>
              <a:rPr lang="en-US" sz="2400" dirty="0"/>
              <a:t>Essential component of cellular membrane</a:t>
            </a:r>
          </a:p>
          <a:p>
            <a:r>
              <a:rPr lang="en-US" sz="2400" dirty="0"/>
              <a:t>Contributes to cardiovascular disease</a:t>
            </a:r>
          </a:p>
          <a:p>
            <a:pPr lvl="1"/>
            <a:r>
              <a:rPr lang="en-US" sz="2000" dirty="0"/>
              <a:t>Encourages buildup of fatty acids inside lining of blood vessels</a:t>
            </a:r>
          </a:p>
          <a:p>
            <a:pPr lvl="1"/>
            <a:r>
              <a:rPr lang="en-US" sz="2000" dirty="0"/>
              <a:t>Decreases space available for blood flow -  results in high blood pressure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BFB9D9-CE0F-45E0-BB5E-2679AF24FE8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288413" y="2300854"/>
            <a:ext cx="4759122" cy="426620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4C75B45-6CF7-4AE5-B2B9-819FBE1277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96" r="50000" b="12261"/>
          <a:stretch/>
        </p:blipFill>
        <p:spPr>
          <a:xfrm>
            <a:off x="4385424" y="2720509"/>
            <a:ext cx="2794188" cy="3163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35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808842-AED7-4DB4-95D2-D522891A8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WAXES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89DE5-6319-4592-B9DE-D4175A2E77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77091" y="2432304"/>
            <a:ext cx="5703021" cy="4343400"/>
          </a:xfrm>
        </p:spPr>
        <p:txBody>
          <a:bodyPr>
            <a:normAutofit/>
          </a:bodyPr>
          <a:lstStyle/>
          <a:p>
            <a:r>
              <a:rPr lang="en-US" sz="2400" dirty="0"/>
              <a:t>Fatty acid chains connected to carbon chains with alcohol groups</a:t>
            </a:r>
          </a:p>
          <a:p>
            <a:r>
              <a:rPr lang="en-US" sz="2400" dirty="0"/>
              <a:t>Solid at room temperature</a:t>
            </a:r>
          </a:p>
          <a:p>
            <a:r>
              <a:rPr lang="en-US" sz="2400" dirty="0"/>
              <a:t>Hydrophobic</a:t>
            </a:r>
          </a:p>
          <a:p>
            <a:r>
              <a:rPr lang="en-US" sz="2400" dirty="0"/>
              <a:t>Involved in skin, fur, leaf maintenance</a:t>
            </a:r>
          </a:p>
          <a:p>
            <a:pPr lvl="1"/>
            <a:r>
              <a:rPr lang="en-US" sz="2000" dirty="0"/>
              <a:t>Prevents loss of water</a:t>
            </a:r>
          </a:p>
          <a:p>
            <a:pPr lvl="1"/>
            <a:r>
              <a:rPr lang="en-US" sz="2000" dirty="0"/>
              <a:t>Traps dust and dirt</a:t>
            </a:r>
          </a:p>
          <a:p>
            <a:pPr lvl="1"/>
            <a:r>
              <a:rPr lang="en-US" sz="2000" dirty="0"/>
              <a:t>May contain defensive compounds (cerumen in ears)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AF78F9E-A5B5-44C2-84DB-BA69607A72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980112" y="2309114"/>
            <a:ext cx="3250107" cy="238175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0FE59AC-DE26-4A3B-BBFF-BD4A999B86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0112" y="4872960"/>
            <a:ext cx="3397758" cy="190274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D96ADB7-5803-4E4E-AD82-F836FAA79C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5328" y="2946740"/>
            <a:ext cx="3000435" cy="238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16338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A15AC6-A157-4819-BB63-8ED086B1B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PROTEINS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8F4EE-36A2-4403-8112-990A21289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4182" y="2292627"/>
            <a:ext cx="7185089" cy="4452730"/>
          </a:xfrm>
        </p:spPr>
        <p:txBody>
          <a:bodyPr>
            <a:normAutofit/>
          </a:bodyPr>
          <a:lstStyle/>
          <a:p>
            <a:r>
              <a:rPr lang="en-US" sz="2400" dirty="0"/>
              <a:t>Primary importance to structure and function of cells</a:t>
            </a:r>
          </a:p>
          <a:p>
            <a:r>
              <a:rPr lang="en-US" sz="2400" dirty="0"/>
              <a:t>Consist of carbon, hydrogen, oxygen, and nitrogen</a:t>
            </a:r>
          </a:p>
          <a:p>
            <a:r>
              <a:rPr lang="en-US" sz="2400" dirty="0"/>
              <a:t>Functions in metabolism, support, transport, defense, regulation, and motion</a:t>
            </a:r>
          </a:p>
          <a:p>
            <a:r>
              <a:rPr lang="en-US" sz="2400" dirty="0"/>
              <a:t>Monomer: </a:t>
            </a:r>
            <a:r>
              <a:rPr lang="en-US" sz="2400" b="1" dirty="0">
                <a:solidFill>
                  <a:srgbClr val="00B0F0"/>
                </a:solidFill>
              </a:rPr>
              <a:t>amino acid</a:t>
            </a:r>
          </a:p>
          <a:p>
            <a:r>
              <a:rPr lang="en-US" sz="2400" dirty="0"/>
              <a:t>Polymer: </a:t>
            </a:r>
            <a:r>
              <a:rPr lang="en-US" sz="2400" b="1" dirty="0">
                <a:solidFill>
                  <a:srgbClr val="00B0F0"/>
                </a:solidFill>
              </a:rPr>
              <a:t>polypeptide</a:t>
            </a:r>
          </a:p>
          <a:p>
            <a:pPr lvl="1"/>
            <a:r>
              <a:rPr lang="en-US" sz="2000" dirty="0"/>
              <a:t>Protein: polypeptide that has been folded into  particular shape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DB6104-717C-4E7A-9CE8-911CFA3A61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4109" y="2991363"/>
            <a:ext cx="4537891" cy="2541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4929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305D2-AF2C-41AD-8869-9BB760C59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PROTEINS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27136-0A21-4C73-BC1C-50311A5BA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METABOLISM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8D4FD-4A0C-4A92-9941-4DF7F0134F8E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Enzyme proteins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Bring reactants together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Increase rate of chemical reactions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Specific to one type of reaction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FE45C1-2168-4696-8671-385E5A93AD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SUPPORT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1C133-E201-4F6D-BC38-09CE0B60702E}"/>
              </a:ext>
            </a:extLst>
          </p:cNvPr>
          <p:cNvSpPr>
            <a:spLocks noGrp="1"/>
          </p:cNvSpPr>
          <p:nvPr>
            <p:ph type="body" sz="half" idx="16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Structural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Keratin – makes up hair and nails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Collagen – gives strength to ligaments, tendons, and skin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EB1A09-484A-4712-89AD-F18160794E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en-US" dirty="0"/>
              <a:t>TRANSPORT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AC16D3-898D-427C-AA45-6C56EA383E9E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Channel and carrier proteins – found in cell membrane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Transport molecules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Hemoglobin – carries oxygen to tissues and cells</a:t>
            </a:r>
          </a:p>
        </p:txBody>
      </p:sp>
    </p:spTree>
    <p:extLst>
      <p:ext uri="{BB962C8B-B14F-4D97-AF65-F5344CB8AC3E}">
        <p14:creationId xmlns:p14="http://schemas.microsoft.com/office/powerpoint/2010/main" val="12366722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305D2-AF2C-41AD-8869-9BB760C59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PROTEINS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27136-0A21-4C73-BC1C-50311A5BA9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DEFENSE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C8D4FD-4A0C-4A92-9941-4DF7F0134F8E}"/>
              </a:ext>
            </a:extLst>
          </p:cNvPr>
          <p:cNvSpPr>
            <a:spLocks noGrp="1"/>
          </p:cNvSpPr>
          <p:nvPr>
            <p:ph type="body" sz="half" idx="15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Antibodies in our immune system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Bind and prevent antigens from destroying cells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FE45C1-2168-4696-8671-385E5A93AD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en-US" dirty="0"/>
              <a:t>REGULATION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041C133-E201-4F6D-BC38-09CE0B60702E}"/>
              </a:ext>
            </a:extLst>
          </p:cNvPr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3340307"/>
          </a:xfrm>
        </p:spPr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Hormones influence cellular behavior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Intracellular messengers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Insulin regulates blood glucose levels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Growth hormone determines height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7EB1A09-484A-4712-89AD-F18160794E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algn="ctr"/>
            <a:r>
              <a:rPr lang="en-US" dirty="0"/>
              <a:t>MOTION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7AC16D3-898D-427C-AA45-6C56EA383E9E}"/>
              </a:ext>
            </a:extLst>
          </p:cNvPr>
          <p:cNvSpPr>
            <a:spLocks noGrp="1"/>
          </p:cNvSpPr>
          <p:nvPr>
            <p:ph type="body" sz="half" idx="17"/>
          </p:nvPr>
        </p:nvSpPr>
        <p:spPr/>
        <p:txBody>
          <a:bodyPr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Muscle contraction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Actin and myosin allow parts of cell to move and cause muscles to contract</a:t>
            </a:r>
          </a:p>
        </p:txBody>
      </p:sp>
    </p:spTree>
    <p:extLst>
      <p:ext uri="{BB962C8B-B14F-4D97-AF65-F5344CB8AC3E}">
        <p14:creationId xmlns:p14="http://schemas.microsoft.com/office/powerpoint/2010/main" val="246639989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BDE508-22B8-42D9-B031-EF1138B09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PROTEINS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49C23-17F4-46EE-82B3-F4236B7CC6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54954" y="2292628"/>
            <a:ext cx="4825158" cy="443722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dirty="0"/>
              <a:t>AMINO ACIDS</a:t>
            </a:r>
          </a:p>
          <a:p>
            <a:r>
              <a:rPr lang="en-US" sz="2000" dirty="0"/>
              <a:t>Building blocks of proteins</a:t>
            </a:r>
          </a:p>
          <a:p>
            <a:r>
              <a:rPr lang="en-US" sz="2000" dirty="0"/>
              <a:t>20 different amino acids</a:t>
            </a:r>
          </a:p>
          <a:p>
            <a:pPr lvl="1"/>
            <a:r>
              <a:rPr lang="en-US" sz="1800" dirty="0"/>
              <a:t>Essential – cannot be produced by body, must be ingested through diet</a:t>
            </a:r>
          </a:p>
          <a:p>
            <a:pPr lvl="1"/>
            <a:r>
              <a:rPr lang="en-US" sz="1800" dirty="0"/>
              <a:t>Non-essential – produced by body</a:t>
            </a:r>
          </a:p>
          <a:p>
            <a:r>
              <a:rPr lang="en-US" sz="2000" dirty="0"/>
              <a:t>Joined together by peptide bond</a:t>
            </a:r>
          </a:p>
          <a:p>
            <a:r>
              <a:rPr lang="en-US" sz="2000" dirty="0"/>
              <a:t>Polypeptide chain – string of amino acids bonded together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C74673-DD7E-497D-B2CE-A489864FCE0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34948" y="2292627"/>
            <a:ext cx="4899138" cy="4437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720048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6D01E-9401-4D76-89E4-5270176F3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PROTEINS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927554B-594D-4DE8-AA0C-5BC9062509E3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90330" y="2258906"/>
            <a:ext cx="6170000" cy="4115390"/>
          </a:xfrm>
          <a:prstGeom prst="rect">
            <a:avLst/>
          </a:prstGeom>
        </p:spPr>
      </p:pic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159129-C771-49FA-B141-F9742FAE2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60330" y="2809461"/>
            <a:ext cx="4908818" cy="3564835"/>
          </a:xfrm>
        </p:spPr>
        <p:txBody>
          <a:bodyPr>
            <a:normAutofit/>
          </a:bodyPr>
          <a:lstStyle/>
          <a:p>
            <a:r>
              <a:rPr lang="en-US" sz="2000" dirty="0"/>
              <a:t>Primary structure – linear sequence of amino acids</a:t>
            </a:r>
          </a:p>
          <a:p>
            <a:r>
              <a:rPr lang="en-US" sz="2000" dirty="0"/>
              <a:t>Secondary structure – polypeptide coils or folds in a specific way</a:t>
            </a:r>
          </a:p>
          <a:p>
            <a:r>
              <a:rPr lang="en-US" sz="2000" dirty="0"/>
              <a:t>Tertiary structure – folding that results in the final three-dimensional shape of a polypeptide</a:t>
            </a:r>
          </a:p>
          <a:p>
            <a:r>
              <a:rPr lang="en-US" sz="2000"/>
              <a:t>Quaternary </a:t>
            </a:r>
            <a:r>
              <a:rPr lang="en-US" sz="2000" dirty="0"/>
              <a:t>structure – more than one polypeptide joined together</a:t>
            </a:r>
          </a:p>
        </p:txBody>
      </p:sp>
    </p:spTree>
    <p:extLst>
      <p:ext uri="{BB962C8B-B14F-4D97-AF65-F5344CB8AC3E}">
        <p14:creationId xmlns:p14="http://schemas.microsoft.com/office/powerpoint/2010/main" val="4126844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8741-6234-4F8C-9362-4E52B224F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PROTEINS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BC591-3B44-4A00-B8ED-642F8358DA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0330" y="2603500"/>
            <a:ext cx="4700757" cy="3876813"/>
          </a:xfrm>
        </p:spPr>
        <p:txBody>
          <a:bodyPr>
            <a:normAutofit/>
          </a:bodyPr>
          <a:lstStyle/>
          <a:p>
            <a:r>
              <a:rPr lang="en-US" sz="2000" dirty="0"/>
              <a:t>Function of protein is directly related to its three-dimensional shape</a:t>
            </a:r>
          </a:p>
          <a:p>
            <a:r>
              <a:rPr lang="en-US" sz="2000" dirty="0"/>
              <a:t>One change in an amino acid can change the polypeptide chain and entire structure</a:t>
            </a:r>
          </a:p>
          <a:p>
            <a:r>
              <a:rPr lang="en-US" sz="2000" dirty="0"/>
              <a:t>Example: Sickle cell anemia</a:t>
            </a:r>
          </a:p>
          <a:p>
            <a:pPr lvl="1"/>
            <a:r>
              <a:rPr lang="en-US" sz="1800" dirty="0"/>
              <a:t>One amino acid different</a:t>
            </a:r>
          </a:p>
          <a:p>
            <a:pPr lvl="1"/>
            <a:r>
              <a:rPr lang="en-US" sz="1800" dirty="0"/>
              <a:t>Alters structure of hemoglobin</a:t>
            </a:r>
          </a:p>
          <a:p>
            <a:pPr lvl="1"/>
            <a:r>
              <a:rPr lang="en-US" sz="1800" dirty="0"/>
              <a:t>Causes RBC to sickle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55E0DD2-B0E0-4FC7-A5A2-4A0D29A941F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5191087" y="2603500"/>
            <a:ext cx="6859662" cy="3876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8590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72BABE-DD35-44F4-8591-4D9902AAA2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b="1" dirty="0">
                <a:solidFill>
                  <a:srgbClr val="00B0F0"/>
                </a:solidFill>
              </a:rPr>
              <a:t>NUCLEIC ACIDS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CFB74C-B22E-415F-A96E-F34850C4D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603499"/>
            <a:ext cx="6557811" cy="400933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000" dirty="0"/>
              <a:t>Storehouse of information that specifies how a cell behaves, responds, and reproduces</a:t>
            </a:r>
          </a:p>
          <a:p>
            <a:r>
              <a:rPr lang="en-US" sz="2000" dirty="0"/>
              <a:t>Consist of carbon, oxygen, hydrogen, nitrogen, and phosphorus</a:t>
            </a:r>
          </a:p>
          <a:p>
            <a:r>
              <a:rPr lang="en-US" sz="2000" dirty="0"/>
              <a:t>Monomer: </a:t>
            </a:r>
            <a:r>
              <a:rPr lang="en-US" sz="2000" b="1" dirty="0">
                <a:solidFill>
                  <a:srgbClr val="00B0F0"/>
                </a:solidFill>
              </a:rPr>
              <a:t>nucleotide</a:t>
            </a:r>
          </a:p>
          <a:p>
            <a:pPr lvl="1"/>
            <a:r>
              <a:rPr lang="en-US" sz="1800" dirty="0"/>
              <a:t>Adenine, Cytosine, Guanine, Thymine, Uracil</a:t>
            </a:r>
          </a:p>
          <a:p>
            <a:r>
              <a:rPr lang="en-US" sz="2000" dirty="0"/>
              <a:t>Polymer: </a:t>
            </a:r>
            <a:r>
              <a:rPr lang="en-US" sz="2000" b="1" dirty="0">
                <a:solidFill>
                  <a:srgbClr val="00B0F0"/>
                </a:solidFill>
              </a:rPr>
              <a:t>nucleic acid</a:t>
            </a:r>
          </a:p>
          <a:p>
            <a:pPr lvl="1"/>
            <a:r>
              <a:rPr lang="en-US" sz="1800" dirty="0"/>
              <a:t>Deoxyribonucleic acid (DNA), Ribonucleic acid (RNA), Adenosine triphosphate (ATP)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EA02E-00D3-43B2-A3F2-5F57976B8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0242" y="3026601"/>
            <a:ext cx="4576788" cy="271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25105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87F5D-1ED1-4456-9BA8-91E53ACE2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NUCLEIC ACIDS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DF26A-23C6-4C77-AF3F-642B89E926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93275" y="2345636"/>
            <a:ext cx="5586838" cy="4512364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en-US" sz="2000" dirty="0"/>
              <a:t>NUCLEOTIDE STRUCTURE</a:t>
            </a:r>
          </a:p>
          <a:p>
            <a:r>
              <a:rPr lang="en-US" sz="2000" dirty="0"/>
              <a:t>Three parts:</a:t>
            </a:r>
          </a:p>
          <a:p>
            <a:pPr lvl="1"/>
            <a:r>
              <a:rPr lang="en-US" sz="2000" dirty="0"/>
              <a:t>5 carbon sugar</a:t>
            </a:r>
          </a:p>
          <a:p>
            <a:pPr lvl="2"/>
            <a:r>
              <a:rPr lang="en-US" sz="1800" dirty="0"/>
              <a:t>DNA: Deoxyribose sugar</a:t>
            </a:r>
          </a:p>
          <a:p>
            <a:pPr lvl="2"/>
            <a:r>
              <a:rPr lang="en-US" sz="1800" dirty="0"/>
              <a:t>RNA: Ribose sugar</a:t>
            </a:r>
          </a:p>
          <a:p>
            <a:pPr lvl="1"/>
            <a:r>
              <a:rPr lang="en-US" sz="2000" dirty="0"/>
              <a:t>Phosphate group</a:t>
            </a:r>
          </a:p>
          <a:p>
            <a:pPr lvl="1"/>
            <a:r>
              <a:rPr lang="en-US" sz="2000" dirty="0"/>
              <a:t>Nitrogenous base</a:t>
            </a:r>
          </a:p>
          <a:p>
            <a:pPr lvl="2"/>
            <a:r>
              <a:rPr lang="en-US" sz="1800" dirty="0"/>
              <a:t>Pyrimidines – single ring base</a:t>
            </a:r>
          </a:p>
          <a:p>
            <a:pPr lvl="3"/>
            <a:r>
              <a:rPr lang="en-US" sz="1600" dirty="0"/>
              <a:t>Cytosine, Thymine (DNA only), Uracil (RNA only)</a:t>
            </a:r>
          </a:p>
          <a:p>
            <a:pPr lvl="2"/>
            <a:r>
              <a:rPr lang="en-US" sz="1800" dirty="0"/>
              <a:t>Purines – double ring base</a:t>
            </a:r>
          </a:p>
          <a:p>
            <a:pPr lvl="3"/>
            <a:r>
              <a:rPr lang="en-US" sz="1600" dirty="0"/>
              <a:t>Adenine, Guanine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2CFD68-44A6-4BED-A9C3-9F30BBD1D3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144310" y="2603500"/>
            <a:ext cx="5586839" cy="3717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23532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B5C6E-F47B-4D42-862C-59E773CE6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NUCLEIC ACIDS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445300-16A7-4E08-A821-F704F83757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69843" y="2245011"/>
            <a:ext cx="5410269" cy="3416301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0F0"/>
                </a:solidFill>
              </a:rPr>
              <a:t>DNA</a:t>
            </a:r>
          </a:p>
          <a:p>
            <a:r>
              <a:rPr lang="en-US" sz="2000" dirty="0"/>
              <a:t>Linear, double stranded molecule</a:t>
            </a:r>
          </a:p>
          <a:p>
            <a:r>
              <a:rPr lang="en-US" sz="2000" dirty="0"/>
              <a:t>Found in nucleus of cell</a:t>
            </a:r>
          </a:p>
          <a:p>
            <a:r>
              <a:rPr lang="en-US" sz="2000" dirty="0"/>
              <a:t>Contains info about specific order of amino acids joined in a protein</a:t>
            </a:r>
          </a:p>
          <a:p>
            <a:r>
              <a:rPr lang="en-US" sz="2000" dirty="0"/>
              <a:t>Deoxyribose sugar</a:t>
            </a:r>
          </a:p>
          <a:p>
            <a:r>
              <a:rPr lang="en-US" sz="2000" dirty="0"/>
              <a:t>Bases: Adenine, Thymine, Cytosine, Guanine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977107-D9E0-45C3-8B9B-9F371FD59E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890" y="2269179"/>
            <a:ext cx="5410267" cy="3850309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0F0"/>
                </a:solidFill>
              </a:rPr>
              <a:t>RNA</a:t>
            </a:r>
          </a:p>
          <a:p>
            <a:r>
              <a:rPr lang="en-US" sz="2000" dirty="0"/>
              <a:t>Linear, single stranded molecule</a:t>
            </a:r>
          </a:p>
          <a:p>
            <a:r>
              <a:rPr lang="en-US" sz="2000" dirty="0"/>
              <a:t>Made in nucleus but moves to cytoplasm</a:t>
            </a:r>
          </a:p>
          <a:p>
            <a:r>
              <a:rPr lang="en-US" sz="2000" dirty="0"/>
              <a:t>3 types that direct and play role in protein synthesis</a:t>
            </a:r>
          </a:p>
          <a:p>
            <a:r>
              <a:rPr lang="en-US" sz="2000" dirty="0"/>
              <a:t>Ribose sugar</a:t>
            </a:r>
          </a:p>
          <a:p>
            <a:r>
              <a:rPr lang="en-US" sz="2000" dirty="0"/>
              <a:t>Bases: Adenine, Uracil, Cytosine, Guanine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656C2FF-B587-4AC6-95B2-4C6766D58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0242" y="5552703"/>
            <a:ext cx="5218628" cy="140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748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4F061-CDC9-490D-824C-165211913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NUCLEIC ACIDS</a:t>
            </a:r>
            <a:br>
              <a:rPr lang="en-US" sz="4000" dirty="0"/>
            </a:br>
            <a:r>
              <a:rPr lang="en-US" sz="3200" dirty="0"/>
              <a:t>ADENOSINE TRIPHOSPHATE</a:t>
            </a:r>
            <a:endParaRPr lang="en-US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7160AE-0D6B-49F3-B33A-DFCE57856B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2121" y="2279374"/>
            <a:ext cx="6748570" cy="4465983"/>
          </a:xfrm>
        </p:spPr>
        <p:txBody>
          <a:bodyPr>
            <a:normAutofit fontScale="92500" lnSpcReduction="10000"/>
          </a:bodyPr>
          <a:lstStyle/>
          <a:p>
            <a:r>
              <a:rPr lang="en-US" sz="2000" dirty="0"/>
              <a:t>Universal energy molecule of cells – formed during the breakdown of carbs and lipids</a:t>
            </a:r>
          </a:p>
          <a:p>
            <a:r>
              <a:rPr lang="en-US" sz="2000" dirty="0"/>
              <a:t>Nucleotide composed of:</a:t>
            </a:r>
          </a:p>
          <a:p>
            <a:pPr lvl="1"/>
            <a:r>
              <a:rPr lang="en-US" sz="1800" dirty="0"/>
              <a:t>Adenosine = Adenine + Ribose</a:t>
            </a:r>
          </a:p>
          <a:p>
            <a:pPr lvl="1"/>
            <a:r>
              <a:rPr lang="en-US" sz="1800" dirty="0"/>
              <a:t>Three phosphates</a:t>
            </a:r>
          </a:p>
          <a:p>
            <a:r>
              <a:rPr lang="en-US" sz="2000" dirty="0"/>
              <a:t>Hydrolysis reaction</a:t>
            </a:r>
          </a:p>
          <a:p>
            <a:pPr lvl="1"/>
            <a:r>
              <a:rPr lang="en-US" sz="1800" dirty="0"/>
              <a:t>Breaks bond between 2</a:t>
            </a:r>
            <a:r>
              <a:rPr lang="en-US" sz="1800" baseline="30000" dirty="0"/>
              <a:t>nd</a:t>
            </a:r>
            <a:r>
              <a:rPr lang="en-US" sz="1800" dirty="0"/>
              <a:t> and 3</a:t>
            </a:r>
            <a:r>
              <a:rPr lang="en-US" sz="1800" baseline="30000" dirty="0"/>
              <a:t>rd</a:t>
            </a:r>
            <a:r>
              <a:rPr lang="en-US" sz="1800" dirty="0"/>
              <a:t> phosphates – becomes ADP (Adenosine Diphosphate)</a:t>
            </a:r>
          </a:p>
          <a:p>
            <a:pPr lvl="1"/>
            <a:r>
              <a:rPr lang="en-US" sz="1800" dirty="0"/>
              <a:t>Releases energy</a:t>
            </a:r>
          </a:p>
          <a:p>
            <a:r>
              <a:rPr lang="en-US" sz="2000" dirty="0"/>
              <a:t>Condensation reaction</a:t>
            </a:r>
          </a:p>
          <a:p>
            <a:pPr lvl="1"/>
            <a:r>
              <a:rPr lang="en-US" sz="1800" dirty="0"/>
              <a:t>Forms bond between 2</a:t>
            </a:r>
            <a:r>
              <a:rPr lang="en-US" sz="1800" baseline="30000" dirty="0"/>
              <a:t>nd</a:t>
            </a:r>
            <a:r>
              <a:rPr lang="en-US" sz="1800" dirty="0"/>
              <a:t> and free phosphate – becomes ATP</a:t>
            </a:r>
          </a:p>
          <a:p>
            <a:pPr lvl="1"/>
            <a:r>
              <a:rPr lang="en-US" sz="1800" dirty="0"/>
              <a:t>Requires energy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EE20FFF-6F32-42A7-855D-4F0FBFBA92A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04333" y="2134617"/>
            <a:ext cx="4825158" cy="48233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4695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9C2C2-93C5-4677-BC40-5664FD83F7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POSSIBLE TEAS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823E3E-402A-4325-B167-0392CAD7BB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4954" y="2309091"/>
            <a:ext cx="8825659" cy="3953164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dirty="0"/>
              <a:t>Enzymes are biological catalysts that </a:t>
            </a:r>
          </a:p>
          <a:p>
            <a:pPr marL="800100" lvl="1" indent="-342900">
              <a:buAutoNum type="alphaLcPeriod"/>
            </a:pPr>
            <a:r>
              <a:rPr lang="en-US" dirty="0"/>
              <a:t>bind to the products</a:t>
            </a:r>
          </a:p>
          <a:p>
            <a:pPr marL="800100" lvl="1" indent="-342900">
              <a:buAutoNum type="alphaLcPeriod"/>
            </a:pPr>
            <a:r>
              <a:rPr lang="en-US" dirty="0"/>
              <a:t>are necessary to convert a substrate into products</a:t>
            </a:r>
          </a:p>
          <a:p>
            <a:pPr marL="800100" lvl="1" indent="-342900">
              <a:buAutoNum type="alphaLcPeriod"/>
            </a:pPr>
            <a:r>
              <a:rPr lang="en-US" dirty="0"/>
              <a:t>use up the substrate molecules in the reaction</a:t>
            </a:r>
          </a:p>
          <a:p>
            <a:pPr marL="800100" lvl="1" indent="-342900">
              <a:buAutoNum type="alphaLcPeriod"/>
            </a:pPr>
            <a:r>
              <a:rPr lang="en-US" dirty="0"/>
              <a:t>increase the rate of any given reaction</a:t>
            </a:r>
          </a:p>
          <a:p>
            <a:pPr>
              <a:buFont typeface="+mj-lt"/>
              <a:buAutoNum type="arabicPeriod"/>
            </a:pPr>
            <a:r>
              <a:rPr lang="en-US" dirty="0"/>
              <a:t>Which hormone is responsible for regulating blood glucose levels?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dirty="0"/>
              <a:t>insulin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dirty="0"/>
              <a:t>glucagon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dirty="0"/>
              <a:t>thyroxine</a:t>
            </a:r>
          </a:p>
          <a:p>
            <a:pPr marL="800100" lvl="1" indent="-342900">
              <a:buFont typeface="+mj-lt"/>
              <a:buAutoNum type="alphaLcPeriod"/>
            </a:pPr>
            <a:r>
              <a:rPr lang="en-US" dirty="0"/>
              <a:t>epinephrine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C30F56-A7D6-497E-BB32-C18CD264F5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447" y="395520"/>
            <a:ext cx="1670449" cy="1670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05858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Median">
      <a:dk1>
        <a:sysClr val="windowText" lastClr="000000"/>
      </a:dk1>
      <a:lt1>
        <a:sysClr val="window" lastClr="FFFFFF"/>
      </a:lt1>
      <a:dk2>
        <a:srgbClr val="775F55"/>
      </a:dk2>
      <a:lt2>
        <a:srgbClr val="EBDDC3"/>
      </a:lt2>
      <a:accent1>
        <a:srgbClr val="94B6D2"/>
      </a:accent1>
      <a:accent2>
        <a:srgbClr val="DD8047"/>
      </a:accent2>
      <a:accent3>
        <a:srgbClr val="A5AB81"/>
      </a:accent3>
      <a:accent4>
        <a:srgbClr val="D8B25C"/>
      </a:accent4>
      <a:accent5>
        <a:srgbClr val="7BA79D"/>
      </a:accent5>
      <a:accent6>
        <a:srgbClr val="968C8C"/>
      </a:accent6>
      <a:hlink>
        <a:srgbClr val="F7B615"/>
      </a:hlink>
      <a:folHlink>
        <a:srgbClr val="704404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1440AB69B1E724F9D82F7ADB0303020" ma:contentTypeVersion="10" ma:contentTypeDescription="Create a new document." ma:contentTypeScope="" ma:versionID="81be6b8df3b727a0c0970bbeccd2c6e8">
  <xsd:schema xmlns:xsd="http://www.w3.org/2001/XMLSchema" xmlns:xs="http://www.w3.org/2001/XMLSchema" xmlns:p="http://schemas.microsoft.com/office/2006/metadata/properties" xmlns:ns3="80875a5b-24e8-4236-8f8e-1a24afdf8b62" xmlns:ns4="bc601e7c-aa43-481c-a1c3-cc2bfa84e001" targetNamespace="http://schemas.microsoft.com/office/2006/metadata/properties" ma:root="true" ma:fieldsID="5f325bf580ea617c5f0b61e361bfdb24" ns3:_="" ns4:_="">
    <xsd:import namespace="80875a5b-24e8-4236-8f8e-1a24afdf8b62"/>
    <xsd:import namespace="bc601e7c-aa43-481c-a1c3-cc2bfa84e00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875a5b-24e8-4236-8f8e-1a24afdf8b6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c601e7c-aa43-481c-a1c3-cc2bfa84e001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0DD408A-0FF0-4880-A9AA-7C55634246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875a5b-24e8-4236-8f8e-1a24afdf8b62"/>
    <ds:schemaRef ds:uri="bc601e7c-aa43-481c-a1c3-cc2bfa84e0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A8122CA-2E31-46C8-A6AC-FFE8CB82623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56E028-AFAD-468F-949B-28EAA3F2C9CD}">
  <ds:schemaRefs>
    <ds:schemaRef ds:uri="80875a5b-24e8-4236-8f8e-1a24afdf8b62"/>
    <ds:schemaRef ds:uri="bc601e7c-aa43-481c-a1c3-cc2bfa84e001"/>
    <ds:schemaRef ds:uri="http://schemas.microsoft.com/office/2006/documentManagement/types"/>
    <ds:schemaRef ds:uri="http://purl.org/dc/elements/1.1/"/>
    <ds:schemaRef ds:uri="http://purl.org/dc/dcmitype/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2712</TotalTime>
  <Words>1540</Words>
  <Application>Microsoft Office PowerPoint</Application>
  <PresentationFormat>Widescreen</PresentationFormat>
  <Paragraphs>298</Paragraphs>
  <Slides>35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Ion Boardroom</vt:lpstr>
      <vt:lpstr>ORGANIC MOLECULES</vt:lpstr>
      <vt:lpstr>PowerPoint Presentation</vt:lpstr>
      <vt:lpstr>PowerPoint Presentation</vt:lpstr>
      <vt:lpstr>UNIT 2 OBJECTIVES</vt:lpstr>
      <vt:lpstr>ORGANIC CHEMISTRY</vt:lpstr>
      <vt:lpstr>CARBON</vt:lpstr>
      <vt:lpstr>CARBON BACKBONE &amp; FUNCTIONAL GROUPS</vt:lpstr>
      <vt:lpstr>ISOMERS</vt:lpstr>
      <vt:lpstr>MACROMOLECULES</vt:lpstr>
      <vt:lpstr>MOLECULES OF LIFE</vt:lpstr>
      <vt:lpstr>CARBOHYDRATES</vt:lpstr>
      <vt:lpstr>MONOSACCHARIDES</vt:lpstr>
      <vt:lpstr>DISACCHARIDES</vt:lpstr>
      <vt:lpstr>POLYSACCHARIDES</vt:lpstr>
      <vt:lpstr>POLYSACCHARIDES</vt:lpstr>
      <vt:lpstr>LIPIDS</vt:lpstr>
      <vt:lpstr>TRIGLYCERIDES</vt:lpstr>
      <vt:lpstr>TRIGLYCERIDES</vt:lpstr>
      <vt:lpstr>TRIGLYGERIDES UNSATURATED FATTY ACIDS</vt:lpstr>
      <vt:lpstr>PHOSPHOLIPIDS</vt:lpstr>
      <vt:lpstr>PHOSPHOLIPIDS</vt:lpstr>
      <vt:lpstr>STEROIDS</vt:lpstr>
      <vt:lpstr>STEROIDS CHOLESTEROL</vt:lpstr>
      <vt:lpstr>WAXES</vt:lpstr>
      <vt:lpstr>PROTEINS</vt:lpstr>
      <vt:lpstr>PROTEINS</vt:lpstr>
      <vt:lpstr>PROTEINS</vt:lpstr>
      <vt:lpstr>PROTEINS</vt:lpstr>
      <vt:lpstr>PROTEINS</vt:lpstr>
      <vt:lpstr>PROTEINS</vt:lpstr>
      <vt:lpstr>NUCLEIC ACIDS</vt:lpstr>
      <vt:lpstr>NUCLEIC ACIDS</vt:lpstr>
      <vt:lpstr>NUCLEIC ACIDS</vt:lpstr>
      <vt:lpstr>NUCLEIC ACIDS ADENOSINE TRIPHOSPHATE</vt:lpstr>
      <vt:lpstr>POSSIBLE TEAS QUESTIONS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ORGANIC MOLECULES</dc:title>
  <dc:creator>Robin Carraway</dc:creator>
  <cp:lastModifiedBy>Robin Carraway</cp:lastModifiedBy>
  <cp:revision>51</cp:revision>
  <dcterms:created xsi:type="dcterms:W3CDTF">2022-11-29T14:06:09Z</dcterms:created>
  <dcterms:modified xsi:type="dcterms:W3CDTF">2025-02-05T23:00:36Z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0x01010011440AB69B1E724F9D82F7ADB0303020</vt:lpwstr>
  </property>
</Properties>
</file>