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5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notesMasters/notesMaster1.xml" Id="rId8" /><Relationship Type="http://schemas.openxmlformats.org/officeDocument/2006/relationships/slide" Target="slides/slide2.xml" Id="rId3" /><Relationship Type="http://schemas.openxmlformats.org/officeDocument/2006/relationships/slide" Target="slides/slide6.xml" Id="rId7" /><Relationship Type="http://schemas.openxmlformats.org/officeDocument/2006/relationships/tableStyles" Target="tableStyles.xml" Id="rId12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theme" Target="theme/theme1.xml" Id="rId11" /><Relationship Type="http://schemas.openxmlformats.org/officeDocument/2006/relationships/slide" Target="slides/slide4.xml" Id="rId5" /><Relationship Type="http://schemas.openxmlformats.org/officeDocument/2006/relationships/viewProps" Target="viewProps.xml" Id="rId10" /><Relationship Type="http://schemas.openxmlformats.org/officeDocument/2006/relationships/slide" Target="slides/slide3.xml" Id="rId4" /><Relationship Type="http://schemas.openxmlformats.org/officeDocument/2006/relationships/presProps" Target="presProps.xml" Id="rId9" /><Relationship Type="http://schemas.openxmlformats.org/officeDocument/2006/relationships/customXml" Target="/customXML/item.xml" Id="R6a2f4c05944f4d30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77EE9E-6704-488E-A7E6-4DC81BC40DD9}" type="datetimeFigureOut">
              <a:rPr lang="en-US" smtClean="0"/>
              <a:t>4/7/2021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BD40C5-5BA0-404E-B91A-E4E41A0D74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16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1766FC-30D0-4C5B-AA7F-5B5153539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0052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0AC62-E1C0-4AE5-A698-82AABA5C2E10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4/7/2021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ED57B9-9E9A-4BC6-80A9-0D58715E11F6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D34817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D34817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2405190"/>
      </p:ext>
    </p:extLst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0AC62-E1C0-4AE5-A698-82AABA5C2E10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4/7/2021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ED57B9-9E9A-4BC6-80A9-0D58715E11F6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D34817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D34817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3948635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0AC62-E1C0-4AE5-A698-82AABA5C2E10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4/7/2021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ED57B9-9E9A-4BC6-80A9-0D58715E11F6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D34817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D34817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954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0AC62-E1C0-4AE5-A698-82AABA5C2E10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4/7/2021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ED57B9-9E9A-4BC6-80A9-0D58715E11F6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D34817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D34817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5312413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0AC62-E1C0-4AE5-A698-82AABA5C2E10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4/7/2021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ED57B9-9E9A-4BC6-80A9-0D58715E11F6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D34817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D34817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6965749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0AC62-E1C0-4AE5-A698-82AABA5C2E10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4/7/2021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ED57B9-9E9A-4BC6-80A9-0D58715E11F6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D34817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D34817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504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0AC62-E1C0-4AE5-A698-82AABA5C2E10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4/7/2021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ED57B9-9E9A-4BC6-80A9-0D58715E11F6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D34817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D34817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3064292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0AC62-E1C0-4AE5-A698-82AABA5C2E10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4/7/2021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ED57B9-9E9A-4BC6-80A9-0D58715E11F6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D34817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D34817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4534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ED57B9-9E9A-4BC6-80A9-0D58715E11F6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D34817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D34817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0AC62-E1C0-4AE5-A698-82AABA5C2E10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4/7/2021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731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0AC62-E1C0-4AE5-A698-82AABA5C2E10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4/7/2021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ED57B9-9E9A-4BC6-80A9-0D58715E11F6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D34817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D34817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8763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0AC62-E1C0-4AE5-A698-82AABA5C2E10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4/7/2021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ED57B9-9E9A-4BC6-80A9-0D58715E11F6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D34817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D34817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9581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0AC62-E1C0-4AE5-A698-82AABA5C2E10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4/7/2021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ED57B9-9E9A-4BC6-80A9-0D58715E11F6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D34817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D34817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2950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0AC62-E1C0-4AE5-A698-82AABA5C2E10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4/7/2021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ED57B9-9E9A-4BC6-80A9-0D58715E11F6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D34817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D34817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790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0AC62-E1C0-4AE5-A698-82AABA5C2E10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4/7/2021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ED57B9-9E9A-4BC6-80A9-0D58715E11F6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D34817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D34817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47433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0AC62-E1C0-4AE5-A698-82AABA5C2E10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4/7/2021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ED57B9-9E9A-4BC6-80A9-0D58715E11F6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D34817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D34817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0373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0AC62-E1C0-4AE5-A698-82AABA5C2E10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4/7/2021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ED57B9-9E9A-4BC6-80A9-0D58715E11F6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D34817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D34817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8019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A0AC62-E1C0-4AE5-A698-82AABA5C2E10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4/7/2021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ED57B9-9E9A-4BC6-80A9-0D58715E11F6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D34817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D34817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4467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</p:sldLayoutIdLst>
  <p:transition spd="med">
    <p:wipe dir="r"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 descr="4uBhDm7huouYu0RtcrZh3ivMGoL++XqzUN2ESyCsHVs74lqtOwmjz4SlhC4U9FoyqfUUZCJIP+JX1zbZH34N/gmQTNjIGkVH-~Bdm2IYn89hcEg4ki29nXUQ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#@#TpZ+vKllpUNkWegIuix5YO+ZVtkRRdK7Hlo2Vem9vHOi0xcoJj/VLoQPnY8oZFKIdnDC/jzs4D7D8yKCPXHd0z8aLRDl0CA3-~Xfv8U3bO7hQYunLY9b8P6Q==" descr=""/>
          <p:cNvPicPr>
            <a:picLocks noChangeAspect="1"/>
          </p:cNvPicPr>
          <p:nvPr/>
        </p:nvPicPr>
        <p:blipFill>
          <a:blip r:embed="rId2"/>
          <a:srcRect t="10655" b="10655"/>
          <a:stretch/>
        </p:blipFill>
        <p:spPr>
          <a:xfrm>
            <a:off x="1" y="10"/>
            <a:ext cx="12191999" cy="6857990"/>
          </a:xfrm>
          <a:prstGeom prst="rect">
            <a:avLst/>
          </a:prstGeom>
          <a:noFill/>
        </p:spPr>
      </p:pic>
      <p:sp>
        <p:nvSpPr>
          <p:cNvPr id="12" name="Isosceles Triangle 11" descr="kdOfKiI21+oo5lMpW143lFmpErm1lY7Ehu0bb4DKfUix7Qvs9vgIlgHCAFaFmflnubcy0+n4zuN6mbTRAxu7wEfCSghljV3E-~EiKskk3crlOg7yDWsWkNsA==">
            <a:extLst>
              <a:ext uri="{FF2B5EF4-FFF2-40B4-BE49-F238E27FC236}">
                <a16:creationId xmlns:a16="http://schemas.microsoft.com/office/drawing/2014/main" id="{0FF9F10B-8764-4B6C-9EBC-4FBE9AC1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Parallelogram 13" descr="bF3T9xtbdSn0o03VgbacPo1YwthR0H40bf4lsVcOTlvV0VuBPFIk9zYA3L7nCOTBaPaC4zLtQK3mb7rmMHZHYIh6PML8K7Y4-~Yz1+dTzZOJw+WX4H8LCjqg==">
            <a:extLst>
              <a:ext uri="{FF2B5EF4-FFF2-40B4-BE49-F238E27FC236}">
                <a16:creationId xmlns:a16="http://schemas.microsoft.com/office/drawing/2014/main" id="{4DC5F81A-AB66-427C-B973-546BE1B7E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84541" y="0"/>
            <a:ext cx="73152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 descr="qJDr7FR5hRQAO7H51pHg5BeTRvtdudPCHsHHvAcoH0MdMlgRFaAgKfSwtmweMqlee/62EK2i9S3ui3jCiGeeRuvccd0kTSgS-~47QHXeY8BMNyEIXz7u5QzA==">
            <a:extLst>
              <a:ext uri="{FF2B5EF4-FFF2-40B4-BE49-F238E27FC236}">
                <a16:creationId xmlns:a16="http://schemas.microsoft.com/office/drawing/2014/main" id="{2146C810-9BC7-4BEB-A44C-B70C5B3DC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 descr="Ts6LuSG4fSw+0tolXqu1nTvKfJCo1iHkuywzxkZzzX053f0d+41bL8q2G0Gg1KWrcpgoR4/+y95M4+u8zYE3UA/Xu3z+7oD9-~4CC2jObnAXiW+kOkEl18SQ==">
            <a:extLst>
              <a:ext uri="{FF2B5EF4-FFF2-40B4-BE49-F238E27FC236}">
                <a16:creationId xmlns:a16="http://schemas.microsoft.com/office/drawing/2014/main" id="{F5ADF6C1-FC3E-4CEF-ACAA-1E533A927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3" descr="4PRd8lLu0vbj3z3qLXP1kQEUPLGn86xj++ZgsAGdzQ1IUc+2fhaQSeI1eYWDsSLYgnnenMg1hn3BVZZ0+1B5ixPuNGhFBgWL-~6iAhb/zg/TLL1byCRR2BBw==">
            <a:extLst>
              <a:ext uri="{FF2B5EF4-FFF2-40B4-BE49-F238E27FC236}">
                <a16:creationId xmlns:a16="http://schemas.microsoft.com/office/drawing/2014/main" id="{BE11B7D3-FC4D-4157-827F-D418D4AF3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5" descr="xNaST+G0Sl77PfZsjGYWlXuG26obpQA4EYD0JhmEO0/otbvAvhX4hIM68LTGTT2W45Wax/uMNpeO3zFtXTpIJI19fCgi7sDC-~NXfL603EY52j5/Z1dJGRzw==">
            <a:extLst>
              <a:ext uri="{FF2B5EF4-FFF2-40B4-BE49-F238E27FC236}">
                <a16:creationId xmlns:a16="http://schemas.microsoft.com/office/drawing/2014/main" id="{F9CA2FB3-69C5-4A17-880A-34C260DF3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 descr="JEL9BUJNCLYqO3r5rHamQtlNi4FoRuP7W37irfgE6agyOGWUFIi08gw7cnMbNkBhYiULs5CvJqAmlloTYVCL2VrwUnFzAWU3-~jNVNRVh/aNkRFlL4P8H7LQ==">
            <a:extLst>
              <a:ext uri="{FF2B5EF4-FFF2-40B4-BE49-F238E27FC236}">
                <a16:creationId xmlns:a16="http://schemas.microsoft.com/office/drawing/2014/main" id="{A3B42260-CA72-429A-AEFF-A2778C7BC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 descr="cxSNLdXw2v1gPfzmY9itGwIWjwLCeMqJAsFoa0iQ3ZmRs671VoqqLuQu7amMaEwJ+Qi8pLn1nOAzBND46qmZTYNUtwOFBV7Q-~8+1lvznapX0L9drgnPUzZA=="/>
          <p:cNvSpPr>
            <a:spLocks noGrp="1"/>
          </p:cNvSpPr>
          <p:nvPr>
            <p:ph type="ctrTitle"/>
          </p:nvPr>
        </p:nvSpPr>
        <p:spPr>
          <a:xfrm>
            <a:off x="4704200" y="1678665"/>
            <a:ext cx="4569803" cy="236913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Welcome to Big Valley Ranch</a:t>
            </a:r>
          </a:p>
        </p:txBody>
      </p:sp>
      <p:sp>
        <p:nvSpPr>
          <p:cNvPr id="3" name="Subtitle 2" descr="2uS8u1DsC2+M4Kbg5c4k/Ycydnu7uFSGUhQFcE+0B587LL76ZVBbOPVLZnDV0nb3saHv7ZPngaFO7J8KcccWFyt+bgxOkKii-~ZOs9uLd1mVrDImn9AtXTow=="/>
          <p:cNvSpPr>
            <a:spLocks noGrp="1"/>
          </p:cNvSpPr>
          <p:nvPr>
            <p:ph type="subTitle" idx="1"/>
          </p:nvPr>
        </p:nvSpPr>
        <p:spPr>
          <a:xfrm>
            <a:off x="4700964" y="4050832"/>
            <a:ext cx="4573037" cy="1096899"/>
          </a:xfrm>
        </p:spPr>
        <p:txBody>
          <a:bodyPr>
            <a:normAutofit/>
          </a:bodyPr>
          <a:lstStyle/>
          <a:p>
            <a:r>
              <a:rPr lang="en-US"/>
              <a:t>New Employee Orientation</a:t>
            </a:r>
          </a:p>
        </p:txBody>
      </p:sp>
      <p:sp>
        <p:nvSpPr>
          <p:cNvPr id="26" name="Rectangle 27" descr="OZ0dy/l+tx7uoaf0LpOlxxMZm6PcAys/E5py6jzpy9K2gBOF+kowrcXyzP3daoT6sc5Rvp5u6HhQeK534HUukVCwDZS5t3qK-~2V0R5A5RMZO/ofEEMmqzSQ==">
            <a:extLst>
              <a:ext uri="{FF2B5EF4-FFF2-40B4-BE49-F238E27FC236}">
                <a16:creationId xmlns:a16="http://schemas.microsoft.com/office/drawing/2014/main" id="{C29C3C96-CB51-440C-B12F-E880D7386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28" descr="qYky7ZoGNkmYoLCqFuOhLGZJQOF869EJCD3m1kxaDs4iOtN6R6Tg6USb0ZxfK/8PzvjCf1ZX3lVeAfPiLiYs3PHZULtXdY6A-~1M2fTAuvqmk3EsTUFyILfw==">
            <a:extLst>
              <a:ext uri="{FF2B5EF4-FFF2-40B4-BE49-F238E27FC236}">
                <a16:creationId xmlns:a16="http://schemas.microsoft.com/office/drawing/2014/main" id="{17070EE5-FA55-4C41-AD18-785E5F023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Rectangle 29" descr="WL51iUoNR+L38KLEgGbpqlnbXmPqRmqVhqbwSNmrBBYGOvk2AXxTkw/me4ErXAAsc4WYmu6Jd7dbw6RMvD9wGfgUinaimMO9-~6Wf+PA4B2UMJ3CGOmO9uwg==">
            <a:extLst>
              <a:ext uri="{FF2B5EF4-FFF2-40B4-BE49-F238E27FC236}">
                <a16:creationId xmlns:a16="http://schemas.microsoft.com/office/drawing/2014/main" id="{726DD974-2DC0-457D-B797-BFB5EB6F4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2" name="Isosceles Triangle 31" descr="OGC2IHZytewaWzUT7U6NeWyN2QJ/o3v2xa7seH/RihT+4HgrPbkWan56TUnP14om56/uMllxBS/e4+MYwYww1+G8yX4GaUNL-~saGKKaY538yvB8KkkgR9GQ==">
            <a:extLst>
              <a:ext uri="{FF2B5EF4-FFF2-40B4-BE49-F238E27FC236}">
                <a16:creationId xmlns:a16="http://schemas.microsoft.com/office/drawing/2014/main" id="{EF9AFB1C-D978-4634-9E2D-78B7F70F5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14492856"/>
      </p:ext>
    </p:extLst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 descr="licOT8rs8l7R5JfbDTMZ3XO3AXBK3Si8OGm5aGTSc6A1pDo9V6m952vnFdRtDzO/gAsr+K4MUI+iRkYS3+uWsK+l3hf1FXAf-~RDf8KsgLq9FLKF2Vu6r5VQ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descr="IJ9tZllYpkIl1gw8PgmfglKomy+WOFjNIUNbqeD/gG8SGNP2iMaJ+SWHqYwzfk3dwyi+cx6+b+e/FJeepm0g0Ahc9TYY4Xci-~EXI2kU1Hr7hjjVA8pWTfPg=="/>
          <p:cNvSpPr>
            <a:spLocks noGrp="1"/>
          </p:cNvSpPr>
          <p:nvPr>
            <p:ph type="title"/>
          </p:nvPr>
        </p:nvSpPr>
        <p:spPr>
          <a:xfrm>
            <a:off x="1797666" y="1752600"/>
            <a:ext cx="8596668" cy="3403600"/>
          </a:xfrm>
          <a:noFill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457200" indent="-4572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i="1" dirty="0">
                <a:ln w="0"/>
                <a:solidFill>
                  <a:schemeClr val="tx1"/>
                </a:solidFill>
              </a:rPr>
              <a:t>Our goal is to ensure that all employees of Big Valley Ranch Resorts are aware of our mission, values, and safety practices. </a:t>
            </a:r>
          </a:p>
        </p:txBody>
      </p:sp>
    </p:spTree>
    <p:extLst>
      <p:ext uri="{BB962C8B-B14F-4D97-AF65-F5344CB8AC3E}">
        <p14:creationId xmlns:p14="http://schemas.microsoft.com/office/powerpoint/2010/main" val="232723392"/>
      </p:ext>
    </p:extLst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OVR0a0fMEJCs+sIBvfMXJmtynpMtOzSrw1W3T2iHNLXqS0BA9T6Y8xJV4KDKuHfLL1/ZSzxrIrj3GY6cH5ZNY1pHpNABJRvY-~et3D5hWYMt0STw/nmQaAMg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83ogxzP/wrRHeCaBrWffyelvewX1DqP96mRVRwyM7XeFY+rxwNtDkMrmqpGu4XT3mqIWBD/KBWDjXWOKiI3+R2imWsQcqv1A-~/Ddu6Q38EjSmbUjuKUbWsw==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Schedule</a:t>
            </a:r>
          </a:p>
        </p:txBody>
      </p:sp>
      <p:sp>
        <p:nvSpPr>
          <p:cNvPr id="5" name="Content Placeholder 4" descr="HEJ6SlOwT+2SuM8rhgQNul46zVC0j5RNto24G0t84JsUrVTIB0S0GVOA03a4prPPhh1dS/Ba5ih0B+uZybtF9Zoc4n2zvUC4-~u9MoEArcwCKUVESIQRVLFQ==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Day One</a:t>
            </a:r>
          </a:p>
          <a:p>
            <a:pPr lvl="1"/>
            <a:r>
              <a:rPr lang="en-US" dirty="0"/>
              <a:t>Maya Ruiz</a:t>
            </a:r>
          </a:p>
          <a:p>
            <a:pPr lvl="1"/>
            <a:r>
              <a:rPr lang="en-US" dirty="0"/>
              <a:t>Human Resources Director</a:t>
            </a:r>
          </a:p>
          <a:p>
            <a:r>
              <a:rPr lang="en-US" dirty="0"/>
              <a:t>Day Two</a:t>
            </a:r>
          </a:p>
          <a:p>
            <a:pPr lvl="1"/>
            <a:r>
              <a:rPr lang="en-US" dirty="0"/>
              <a:t>David Jensen</a:t>
            </a:r>
          </a:p>
          <a:p>
            <a:pPr lvl="1"/>
            <a:r>
              <a:rPr lang="en-US" dirty="0"/>
              <a:t>Resort Operations Director</a:t>
            </a:r>
          </a:p>
          <a:p>
            <a:r>
              <a:rPr lang="en-US" dirty="0"/>
              <a:t>Day Three</a:t>
            </a:r>
          </a:p>
          <a:p>
            <a:pPr lvl="1"/>
            <a:r>
              <a:rPr lang="en-US" dirty="0"/>
              <a:t>Ken Lee</a:t>
            </a:r>
          </a:p>
          <a:p>
            <a:pPr lvl="1"/>
            <a:r>
              <a:rPr lang="en-US" dirty="0"/>
              <a:t>Safety Director</a:t>
            </a:r>
          </a:p>
        </p:txBody>
      </p:sp>
    </p:spTree>
    <p:extLst>
      <p:ext uri="{BB962C8B-B14F-4D97-AF65-F5344CB8AC3E}">
        <p14:creationId xmlns:p14="http://schemas.microsoft.com/office/powerpoint/2010/main" val="3301093215"/>
      </p:ext>
    </p:extLst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Sa8FCiNdVQLNPzDwd3NYOeon98PUFfDrkOhn4ozj9vAEyxU0aaEaG2QZnBFC9Jm4EEWs3OCpIhTngh513Zx86PQ6H3IP9XNQ-~QoNKUUnN7qQny3OjuSTY8A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descr="NYXanQm1sFB/znrupVBeB42e/k4dzfw2z9hRMAw09k8JaCdVqr9eFZQ8EP/P90+Cbf/UpWDLYszsIwKswUCcqrw78+IzR8fZ-~mC4Icjdpl3IUj2jrx3m6DA==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Schedule Details</a:t>
            </a:r>
          </a:p>
        </p:txBody>
      </p:sp>
      <p:sp>
        <p:nvSpPr>
          <p:cNvPr id="8" name="Text Placeholder 7" descr="GM0JoWIRBmLRk1GBX/tA7Kgd/J2NnD3s8Oof41XloCile6gUjlMAJdVUf0thsMXHcuPyi8l7QaKX5G7WA4Su5q2ukubtmwOl-~r/nIAWRUgCOocYQXki+x3Q==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Day One</a:t>
            </a:r>
            <a:endParaRPr lang="en-US" dirty="0"/>
          </a:p>
        </p:txBody>
      </p:sp>
      <p:sp>
        <p:nvSpPr>
          <p:cNvPr id="9" name="Content Placeholder 8" descr="VSmvD5Khdpa8xDkPtbfVqo5wBVhk1MGmVoL1GpObIterZGh6p3kFbay4OiEBMnMD70JWVdmPCMnfWW7N3AS1dqXKNBt3ZqlW-~OhnpwWbpFYXy9KHX0fioPw==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Human Resources overview</a:t>
            </a:r>
          </a:p>
          <a:p>
            <a:r>
              <a:rPr lang="en-US"/>
              <a:t>Overview of company history</a:t>
            </a:r>
          </a:p>
          <a:p>
            <a:r>
              <a:rPr lang="en-US"/>
              <a:t>Employee benefits and payroll overview</a:t>
            </a:r>
            <a:endParaRPr lang="en-US" dirty="0"/>
          </a:p>
        </p:txBody>
      </p:sp>
      <p:sp>
        <p:nvSpPr>
          <p:cNvPr id="10" name="Text Placeholder 9" descr="RV5E2bNlKOdFNdR3rZmchbn2scxbIRWIEWjOpxBhYs1kMtIAiEfCsdNSqyj+Px6Q0dG08p87efdCkKOP4bouAZj+M4ONl0yl-~gm40iYt0fUAoyeVU5NxQWw==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Day Two</a:t>
            </a:r>
            <a:endParaRPr lang="en-US" dirty="0"/>
          </a:p>
        </p:txBody>
      </p:sp>
      <p:sp>
        <p:nvSpPr>
          <p:cNvPr id="11" name="Content Placeholder 10" descr="R8iAjpC5i4H/zbdTrx5kuwQ5IotDuSGXymAsK8yJbJPXssCJYsVbFPYrZhBWmHApMqEzblRmZKlfNFn0AwXul4Mx9kzvGH7k-~VCmMz2iuOdu9XYWTwhf28g==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Ranch tour including safety</a:t>
            </a:r>
          </a:p>
          <a:p>
            <a:r>
              <a:rPr lang="en-US" dirty="0"/>
              <a:t>Training seminars specific to employee job classification</a:t>
            </a:r>
          </a:p>
          <a:p>
            <a:r>
              <a:rPr lang="en-US" dirty="0"/>
              <a:t>Supervisor meetings</a:t>
            </a:r>
          </a:p>
        </p:txBody>
      </p:sp>
    </p:spTree>
    <p:extLst>
      <p:ext uri="{BB962C8B-B14F-4D97-AF65-F5344CB8AC3E}">
        <p14:creationId xmlns:p14="http://schemas.microsoft.com/office/powerpoint/2010/main" val="3176350781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 descr="nqzhxIZi4+KFUSVucdkI9LzakusOnolpq5av3S2aM2+YyPjUeiRBq7ArN++4nmuLOxmQ7U2icQjCihIEU40n6GNS3L15ax4/-~WgPxovXpz1LxT+WlzILV7g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Yt3JwsNs+S0ZcF2Vw+xnWbqcgdvLpKH8NbFM8GW5ELkIhms0o5Rr9edkJVEnalfy/vn89zqhyKBPLyerr8ZmvMClUA6lgNGL-~/ZF691NhxAzNB9q+gk7OXQ=="/>
          <p:cNvSpPr>
            <a:spLocks noGrp="1"/>
          </p:cNvSpPr>
          <p:nvPr>
            <p:ph type="title"/>
          </p:nvPr>
        </p:nvSpPr>
        <p:spPr>
          <a:xfrm>
            <a:off x="1797666" y="609600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Day Three—Safety</a:t>
            </a:r>
          </a:p>
        </p:txBody>
      </p:sp>
      <p:sp>
        <p:nvSpPr>
          <p:cNvPr id="7" name="Content Placeholder 6" descr="7usAPYIFx/TnAHbk58WS3j9hMY5IcW72twOxRk23eWBM+YfaGXtJO0QXlAl0I0+6bP0mty8j0RDacXsv4HRDtyT7iGfr///i-~BkAT0WwuwLfn9NSD6OTTjQ=="/>
          <p:cNvSpPr>
            <a:spLocks noGrp="1"/>
          </p:cNvSpPr>
          <p:nvPr>
            <p:ph sz="half" idx="1"/>
          </p:nvPr>
        </p:nvSpPr>
        <p:spPr>
          <a:xfrm>
            <a:off x="677334" y="2053734"/>
            <a:ext cx="5266266" cy="3880772"/>
          </a:xfrm>
        </p:spPr>
        <p:txBody>
          <a:bodyPr>
            <a:normAutofit/>
          </a:bodyPr>
          <a:lstStyle/>
          <a:p>
            <a:r>
              <a:rPr lang="en-US" sz="2800" dirty="0"/>
              <a:t>First aid training</a:t>
            </a:r>
          </a:p>
          <a:p>
            <a:r>
              <a:rPr lang="en-US" sz="2800" dirty="0"/>
              <a:t>Emergency response</a:t>
            </a:r>
          </a:p>
          <a:p>
            <a:r>
              <a:rPr lang="en-US" sz="2800" dirty="0"/>
              <a:t>CPR</a:t>
            </a:r>
          </a:p>
          <a:p>
            <a:r>
              <a:rPr lang="en-US" sz="2800" dirty="0"/>
              <a:t>Fire alarms and evacuations</a:t>
            </a:r>
          </a:p>
          <a:p>
            <a:r>
              <a:rPr lang="en-US" sz="2800" dirty="0"/>
              <a:t>Lost children procedures</a:t>
            </a:r>
          </a:p>
          <a:p>
            <a:r>
              <a:rPr lang="en-US" sz="2800" dirty="0"/>
              <a:t>Notification process</a:t>
            </a:r>
          </a:p>
        </p:txBody>
      </p:sp>
      <p:sp>
        <p:nvSpPr>
          <p:cNvPr id="5" name="Content Placeholder 4" descr="S20M9+CeAOn64xQWRRb0Ui+jvQDTXc49ldaHqk684I7FFQ+JJTvyxRfKN6kORH4mo08+en7gqNIfuoXWJL+MHzRiL2YZHdmc-~xTF7PVp9/Ok0PX74d9LNfg=="/>
          <p:cNvSpPr>
            <a:spLocks noGrp="1"/>
          </p:cNvSpPr>
          <p:nvPr>
            <p:ph sz="half" idx="2"/>
          </p:nvPr>
        </p:nvSpPr>
        <p:spPr>
          <a:xfrm>
            <a:off x="6858000" y="2053734"/>
            <a:ext cx="4809744" cy="38807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761558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 descr="6ctr9QtH6wmL0tx7J7CJFjqIOgXJ3yCY2G4ZBenDOIVdRch4HhmUTDMCdHpwTyKGyBP0KyUGQrbPfNR8XudSUY9OxJFfjJ/O-~1q5dBrKCo3E++4aTLNcbdQ==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282695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.xml.rels>&#65279;<?xml version="1.0" encoding="utf-8"?><Relationships xmlns="http://schemas.openxmlformats.org/package/2006/relationships"><Relationship Type="http://schemas.openxmlformats.org/officeDocument/2006/relationships/customXmlProps" Target="/customXML/itemProps.xml" Id="R0e6d8b8761c8459b" /></Relationships>
</file>

<file path=customXML/item.xml><?xml version="1.0" encoding="utf-8"?>
<project>
  <id>7OwjghzJE9asqUNVlMDdS0yNUJPMdqFQ3sPv2zh55O6/CO52WbiCjCajodb1915GJK3hr4K2j6XGVmd9Llc0ro077ot9GCo6-~FldZGcckXnkVco9uFmhwMw==#@#10954702#@#4/7/2021 9:49:51 PM</id>
</project>
</file>

<file path=customXML/itemProps.xml><?xml version="1.0" encoding="utf-8"?>
<ds:datastoreItem xmlns:ds="http://schemas.openxmlformats.org/officedocument/2006/2/customXml" ds:itemID="{C66AC4F1-97D3-4D10-8D07-51E6CC79AD91}">
  <ds:schemaRefs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279</TotalTime>
  <Words>105</Words>
  <Application>Microsoft Office PowerPoint</Application>
  <PresentationFormat>Widescreen</PresentationFormat>
  <Paragraphs>30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Trebuchet MS</vt:lpstr>
      <vt:lpstr>Wingdings 3</vt:lpstr>
      <vt:lpstr>Facet</vt:lpstr>
      <vt:lpstr>Welcome to Big Valley Ranch</vt:lpstr>
      <vt:lpstr>Our goal is to ensure that all employees of Big Valley Ranch Resorts are aware of our mission, values, and safety practices. </vt:lpstr>
      <vt:lpstr>Schedule</vt:lpstr>
      <vt:lpstr>Schedule Details</vt:lpstr>
      <vt:lpstr>Day Three—Safety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Big Valley Ranch</dc:title>
  <dc:creator>GO! Series</dc:creator>
  <cp:lastModifiedBy>Debra Geoghan</cp:lastModifiedBy>
  <cp:revision>8</cp:revision>
  <dcterms:created xsi:type="dcterms:W3CDTF">2015-06-26T12:45:47Z</dcterms:created>
  <dcterms:modified xsi:type="dcterms:W3CDTF">2021-04-07T21:49:51Z</dcterms:modified>
</cp:coreProperties>
</file>