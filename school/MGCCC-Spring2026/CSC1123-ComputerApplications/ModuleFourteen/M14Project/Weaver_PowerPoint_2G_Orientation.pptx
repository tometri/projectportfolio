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5" r:id="rId2"/>
  </p:sldMasterIdLst>
  <p:notesMasterIdLst>
    <p:notesMasterId r:id="rId9"/>
  </p:notesMasterIdLst>
  <p:sldIdLst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57" d="100"/>
          <a:sy n="57" d="100"/>
        </p:scale>
        <p:origin x="108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10CBD63-8FBC-4B07-B7D8-4244CFFA1B55}" type="doc">
      <dgm:prSet loTypeId="urn:microsoft.com/office/officeart/2005/8/layout/hierarchy3" loCatId="list" qsTypeId="urn:microsoft.com/office/officeart/2005/8/quickstyle/3d2" qsCatId="3D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9C9F58FB-5697-405E-9C1F-8A04D9607770}">
      <dgm:prSet/>
      <dgm:spPr/>
      <dgm:t>
        <a:bodyPr/>
        <a:lstStyle/>
        <a:p>
          <a:r>
            <a:rPr lang="en-US"/>
            <a:t>Day One</a:t>
          </a:r>
        </a:p>
      </dgm:t>
    </dgm:pt>
    <dgm:pt modelId="{02928794-9FCB-4C75-A065-FEB1150AC032}" type="parTrans" cxnId="{9C66C138-8240-4D5A-AB42-E9287AB18D5C}">
      <dgm:prSet/>
      <dgm:spPr/>
      <dgm:t>
        <a:bodyPr/>
        <a:lstStyle/>
        <a:p>
          <a:endParaRPr lang="en-US"/>
        </a:p>
      </dgm:t>
    </dgm:pt>
    <dgm:pt modelId="{9ABF4C64-CCBA-4B90-8DDD-922C7A8E258E}" type="sibTrans" cxnId="{9C66C138-8240-4D5A-AB42-E9287AB18D5C}">
      <dgm:prSet/>
      <dgm:spPr/>
      <dgm:t>
        <a:bodyPr/>
        <a:lstStyle/>
        <a:p>
          <a:endParaRPr lang="en-US"/>
        </a:p>
      </dgm:t>
    </dgm:pt>
    <dgm:pt modelId="{DA818917-02F2-433E-9EB9-CFD59262B33B}">
      <dgm:prSet/>
      <dgm:spPr/>
      <dgm:t>
        <a:bodyPr/>
        <a:lstStyle/>
        <a:p>
          <a:r>
            <a:rPr lang="en-US"/>
            <a:t>Maya Ruiz</a:t>
          </a:r>
        </a:p>
      </dgm:t>
    </dgm:pt>
    <dgm:pt modelId="{05BC743C-B91F-4184-80BF-86CAF5885E43}" type="parTrans" cxnId="{19DACE46-64AD-4407-9203-F0190A73BE67}">
      <dgm:prSet/>
      <dgm:spPr/>
      <dgm:t>
        <a:bodyPr/>
        <a:lstStyle/>
        <a:p>
          <a:endParaRPr lang="en-US"/>
        </a:p>
      </dgm:t>
    </dgm:pt>
    <dgm:pt modelId="{D3824007-3212-4002-A694-3FAD4C004EFA}" type="sibTrans" cxnId="{19DACE46-64AD-4407-9203-F0190A73BE67}">
      <dgm:prSet/>
      <dgm:spPr/>
      <dgm:t>
        <a:bodyPr/>
        <a:lstStyle/>
        <a:p>
          <a:endParaRPr lang="en-US"/>
        </a:p>
      </dgm:t>
    </dgm:pt>
    <dgm:pt modelId="{7125609E-8844-4DFB-9DD6-79F0D7E8DDE1}">
      <dgm:prSet/>
      <dgm:spPr/>
      <dgm:t>
        <a:bodyPr/>
        <a:lstStyle/>
        <a:p>
          <a:r>
            <a:rPr lang="en-US"/>
            <a:t>Human Resources Director</a:t>
          </a:r>
        </a:p>
      </dgm:t>
    </dgm:pt>
    <dgm:pt modelId="{A7FA202B-60BD-4995-BC4D-1E10D31E64E5}" type="parTrans" cxnId="{640C6C34-63BF-4B18-BB4D-688E28B8DAFF}">
      <dgm:prSet/>
      <dgm:spPr/>
      <dgm:t>
        <a:bodyPr/>
        <a:lstStyle/>
        <a:p>
          <a:endParaRPr lang="en-US"/>
        </a:p>
      </dgm:t>
    </dgm:pt>
    <dgm:pt modelId="{34F52B03-4457-4CE1-80F9-C1FDDD11E60B}" type="sibTrans" cxnId="{640C6C34-63BF-4B18-BB4D-688E28B8DAFF}">
      <dgm:prSet/>
      <dgm:spPr/>
      <dgm:t>
        <a:bodyPr/>
        <a:lstStyle/>
        <a:p>
          <a:endParaRPr lang="en-US"/>
        </a:p>
      </dgm:t>
    </dgm:pt>
    <dgm:pt modelId="{D11AA0BA-5F27-4299-970F-77D874E9D576}">
      <dgm:prSet/>
      <dgm:spPr/>
      <dgm:t>
        <a:bodyPr/>
        <a:lstStyle/>
        <a:p>
          <a:r>
            <a:rPr lang="en-US"/>
            <a:t>Day Two</a:t>
          </a:r>
        </a:p>
      </dgm:t>
    </dgm:pt>
    <dgm:pt modelId="{F749A40C-06D9-4BB3-B0F2-312735A6CB59}" type="parTrans" cxnId="{01E17DC0-868B-4492-A55C-6F2EF1B37EAB}">
      <dgm:prSet/>
      <dgm:spPr/>
      <dgm:t>
        <a:bodyPr/>
        <a:lstStyle/>
        <a:p>
          <a:endParaRPr lang="en-US"/>
        </a:p>
      </dgm:t>
    </dgm:pt>
    <dgm:pt modelId="{45B00693-8FD4-48A4-86EC-ADF10B75B442}" type="sibTrans" cxnId="{01E17DC0-868B-4492-A55C-6F2EF1B37EAB}">
      <dgm:prSet/>
      <dgm:spPr/>
      <dgm:t>
        <a:bodyPr/>
        <a:lstStyle/>
        <a:p>
          <a:endParaRPr lang="en-US"/>
        </a:p>
      </dgm:t>
    </dgm:pt>
    <dgm:pt modelId="{71CC35C6-0FB7-48F9-ACFF-A3DBC9F79965}">
      <dgm:prSet/>
      <dgm:spPr/>
      <dgm:t>
        <a:bodyPr/>
        <a:lstStyle/>
        <a:p>
          <a:r>
            <a:rPr lang="en-US"/>
            <a:t>David Jensen</a:t>
          </a:r>
        </a:p>
      </dgm:t>
    </dgm:pt>
    <dgm:pt modelId="{09444A8A-09BB-4B36-A755-D2FBF8F28052}" type="parTrans" cxnId="{5D6D5745-124D-429B-BC93-C60F7D2E41CF}">
      <dgm:prSet/>
      <dgm:spPr/>
      <dgm:t>
        <a:bodyPr/>
        <a:lstStyle/>
        <a:p>
          <a:endParaRPr lang="en-US"/>
        </a:p>
      </dgm:t>
    </dgm:pt>
    <dgm:pt modelId="{009492FA-3F1E-4AFC-A68E-4009C53F0E87}" type="sibTrans" cxnId="{5D6D5745-124D-429B-BC93-C60F7D2E41CF}">
      <dgm:prSet/>
      <dgm:spPr/>
      <dgm:t>
        <a:bodyPr/>
        <a:lstStyle/>
        <a:p>
          <a:endParaRPr lang="en-US"/>
        </a:p>
      </dgm:t>
    </dgm:pt>
    <dgm:pt modelId="{B8CEF231-6CE4-405A-91C4-A721F3961CE2}">
      <dgm:prSet/>
      <dgm:spPr/>
      <dgm:t>
        <a:bodyPr/>
        <a:lstStyle/>
        <a:p>
          <a:r>
            <a:rPr lang="en-US"/>
            <a:t>Resort Operations Director</a:t>
          </a:r>
        </a:p>
      </dgm:t>
    </dgm:pt>
    <dgm:pt modelId="{3D0A5C7C-25D7-401C-BE27-7C05942C3CC6}" type="parTrans" cxnId="{84AF3DF3-A975-4F98-867C-E62A81CDEEA9}">
      <dgm:prSet/>
      <dgm:spPr/>
      <dgm:t>
        <a:bodyPr/>
        <a:lstStyle/>
        <a:p>
          <a:endParaRPr lang="en-US"/>
        </a:p>
      </dgm:t>
    </dgm:pt>
    <dgm:pt modelId="{3FDF1E87-3E9A-4DE6-88B1-C54F75E7780B}" type="sibTrans" cxnId="{84AF3DF3-A975-4F98-867C-E62A81CDEEA9}">
      <dgm:prSet/>
      <dgm:spPr/>
      <dgm:t>
        <a:bodyPr/>
        <a:lstStyle/>
        <a:p>
          <a:endParaRPr lang="en-US"/>
        </a:p>
      </dgm:t>
    </dgm:pt>
    <dgm:pt modelId="{8213B124-5091-423C-A0FE-D3EC81063DF0}">
      <dgm:prSet/>
      <dgm:spPr/>
      <dgm:t>
        <a:bodyPr/>
        <a:lstStyle/>
        <a:p>
          <a:r>
            <a:rPr lang="en-US"/>
            <a:t>Day Three</a:t>
          </a:r>
        </a:p>
      </dgm:t>
    </dgm:pt>
    <dgm:pt modelId="{EBF656CB-E5D3-40D4-883C-2BA562A9B34C}" type="parTrans" cxnId="{7A5DE8ED-9C66-4311-B634-30CCA2029BBD}">
      <dgm:prSet/>
      <dgm:spPr/>
      <dgm:t>
        <a:bodyPr/>
        <a:lstStyle/>
        <a:p>
          <a:endParaRPr lang="en-US"/>
        </a:p>
      </dgm:t>
    </dgm:pt>
    <dgm:pt modelId="{6E5E95C6-C8E2-42E2-88D0-801AEF9F7812}" type="sibTrans" cxnId="{7A5DE8ED-9C66-4311-B634-30CCA2029BBD}">
      <dgm:prSet/>
      <dgm:spPr/>
      <dgm:t>
        <a:bodyPr/>
        <a:lstStyle/>
        <a:p>
          <a:endParaRPr lang="en-US"/>
        </a:p>
      </dgm:t>
    </dgm:pt>
    <dgm:pt modelId="{ABD7B137-6AE2-41FF-9FCC-C6ABE75B89F1}">
      <dgm:prSet/>
      <dgm:spPr/>
      <dgm:t>
        <a:bodyPr/>
        <a:lstStyle/>
        <a:p>
          <a:r>
            <a:rPr lang="en-US"/>
            <a:t>Ken Lee</a:t>
          </a:r>
        </a:p>
      </dgm:t>
    </dgm:pt>
    <dgm:pt modelId="{548EAECB-3BD3-4E62-B006-C14E39111C1F}" type="parTrans" cxnId="{86DD78BE-3045-4F6A-896F-F55BA6C1F20F}">
      <dgm:prSet/>
      <dgm:spPr/>
      <dgm:t>
        <a:bodyPr/>
        <a:lstStyle/>
        <a:p>
          <a:endParaRPr lang="en-US"/>
        </a:p>
      </dgm:t>
    </dgm:pt>
    <dgm:pt modelId="{FC064957-EC65-4EE5-A950-16F66546D6C2}" type="sibTrans" cxnId="{86DD78BE-3045-4F6A-896F-F55BA6C1F20F}">
      <dgm:prSet/>
      <dgm:spPr/>
      <dgm:t>
        <a:bodyPr/>
        <a:lstStyle/>
        <a:p>
          <a:endParaRPr lang="en-US"/>
        </a:p>
      </dgm:t>
    </dgm:pt>
    <dgm:pt modelId="{0CA1BD56-5757-4DFB-A93E-8B3F27A46AFF}">
      <dgm:prSet/>
      <dgm:spPr/>
      <dgm:t>
        <a:bodyPr/>
        <a:lstStyle/>
        <a:p>
          <a:r>
            <a:rPr lang="en-US"/>
            <a:t>Safety Director</a:t>
          </a:r>
        </a:p>
      </dgm:t>
    </dgm:pt>
    <dgm:pt modelId="{2B656D2E-4063-4157-BE99-B4EE541A3D2A}" type="parTrans" cxnId="{9E3EBF48-D481-4519-A31B-6BA8BCC546FD}">
      <dgm:prSet/>
      <dgm:spPr/>
      <dgm:t>
        <a:bodyPr/>
        <a:lstStyle/>
        <a:p>
          <a:endParaRPr lang="en-US"/>
        </a:p>
      </dgm:t>
    </dgm:pt>
    <dgm:pt modelId="{2BBE6512-ECA7-460C-BC53-D7A8F7C037D5}" type="sibTrans" cxnId="{9E3EBF48-D481-4519-A31B-6BA8BCC546FD}">
      <dgm:prSet/>
      <dgm:spPr/>
      <dgm:t>
        <a:bodyPr/>
        <a:lstStyle/>
        <a:p>
          <a:endParaRPr lang="en-US"/>
        </a:p>
      </dgm:t>
    </dgm:pt>
    <dgm:pt modelId="{DDE4C3A0-D396-4FFE-8179-9BFB4A3F0423}" type="pres">
      <dgm:prSet presAssocID="{B10CBD63-8FBC-4B07-B7D8-4244CFFA1B55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10CF8E6-66B7-4B03-A417-31FF1ED69017}" type="pres">
      <dgm:prSet presAssocID="{9C9F58FB-5697-405E-9C1F-8A04D9607770}" presName="root" presStyleCnt="0"/>
      <dgm:spPr/>
    </dgm:pt>
    <dgm:pt modelId="{ED97D5B5-6A08-4A28-B637-3870E8D9F683}" type="pres">
      <dgm:prSet presAssocID="{9C9F58FB-5697-405E-9C1F-8A04D9607770}" presName="rootComposite" presStyleCnt="0"/>
      <dgm:spPr/>
    </dgm:pt>
    <dgm:pt modelId="{D8A260C7-740A-4931-8CD2-78F6D7ED64AD}" type="pres">
      <dgm:prSet presAssocID="{9C9F58FB-5697-405E-9C1F-8A04D9607770}" presName="rootText" presStyleLbl="node1" presStyleIdx="0" presStyleCnt="3"/>
      <dgm:spPr/>
    </dgm:pt>
    <dgm:pt modelId="{0BD55F58-8545-4591-9962-579D5AC8A0EE}" type="pres">
      <dgm:prSet presAssocID="{9C9F58FB-5697-405E-9C1F-8A04D9607770}" presName="rootConnector" presStyleLbl="node1" presStyleIdx="0" presStyleCnt="3"/>
      <dgm:spPr/>
    </dgm:pt>
    <dgm:pt modelId="{57795413-E6C5-4CD7-934F-6905D86A4FDB}" type="pres">
      <dgm:prSet presAssocID="{9C9F58FB-5697-405E-9C1F-8A04D9607770}" presName="childShape" presStyleCnt="0"/>
      <dgm:spPr/>
    </dgm:pt>
    <dgm:pt modelId="{8578CFEC-ADE1-4DA5-AAAD-FEF6080D456A}" type="pres">
      <dgm:prSet presAssocID="{05BC743C-B91F-4184-80BF-86CAF5885E43}" presName="Name13" presStyleLbl="parChTrans1D2" presStyleIdx="0" presStyleCnt="6"/>
      <dgm:spPr/>
    </dgm:pt>
    <dgm:pt modelId="{7334F9D4-9292-4317-8977-381D95682519}" type="pres">
      <dgm:prSet presAssocID="{DA818917-02F2-433E-9EB9-CFD59262B33B}" presName="childText" presStyleLbl="bgAcc1" presStyleIdx="0" presStyleCnt="6">
        <dgm:presLayoutVars>
          <dgm:bulletEnabled val="1"/>
        </dgm:presLayoutVars>
      </dgm:prSet>
      <dgm:spPr/>
    </dgm:pt>
    <dgm:pt modelId="{72587B53-35F5-4B0B-A2E1-C345D8CAC5B0}" type="pres">
      <dgm:prSet presAssocID="{A7FA202B-60BD-4995-BC4D-1E10D31E64E5}" presName="Name13" presStyleLbl="parChTrans1D2" presStyleIdx="1" presStyleCnt="6"/>
      <dgm:spPr/>
    </dgm:pt>
    <dgm:pt modelId="{B40365CC-4AC8-4766-A430-7EC391CFE5BE}" type="pres">
      <dgm:prSet presAssocID="{7125609E-8844-4DFB-9DD6-79F0D7E8DDE1}" presName="childText" presStyleLbl="bgAcc1" presStyleIdx="1" presStyleCnt="6">
        <dgm:presLayoutVars>
          <dgm:bulletEnabled val="1"/>
        </dgm:presLayoutVars>
      </dgm:prSet>
      <dgm:spPr/>
    </dgm:pt>
    <dgm:pt modelId="{77D63D2A-A62E-4E9B-A69C-4E769EB58B60}" type="pres">
      <dgm:prSet presAssocID="{D11AA0BA-5F27-4299-970F-77D874E9D576}" presName="root" presStyleCnt="0"/>
      <dgm:spPr/>
    </dgm:pt>
    <dgm:pt modelId="{89761107-8C08-40AB-96DF-201EAA9E024A}" type="pres">
      <dgm:prSet presAssocID="{D11AA0BA-5F27-4299-970F-77D874E9D576}" presName="rootComposite" presStyleCnt="0"/>
      <dgm:spPr/>
    </dgm:pt>
    <dgm:pt modelId="{D1E5B0C2-D8E0-46CE-B11A-7E487BA21377}" type="pres">
      <dgm:prSet presAssocID="{D11AA0BA-5F27-4299-970F-77D874E9D576}" presName="rootText" presStyleLbl="node1" presStyleIdx="1" presStyleCnt="3"/>
      <dgm:spPr/>
    </dgm:pt>
    <dgm:pt modelId="{64BFFB1E-AA69-4EAC-BD29-B952BAD0B3A9}" type="pres">
      <dgm:prSet presAssocID="{D11AA0BA-5F27-4299-970F-77D874E9D576}" presName="rootConnector" presStyleLbl="node1" presStyleIdx="1" presStyleCnt="3"/>
      <dgm:spPr/>
    </dgm:pt>
    <dgm:pt modelId="{CC09882E-0371-4905-85E4-A1B4AD964351}" type="pres">
      <dgm:prSet presAssocID="{D11AA0BA-5F27-4299-970F-77D874E9D576}" presName="childShape" presStyleCnt="0"/>
      <dgm:spPr/>
    </dgm:pt>
    <dgm:pt modelId="{713CEBAF-A1E8-4963-AD04-54DA32F2EB8B}" type="pres">
      <dgm:prSet presAssocID="{09444A8A-09BB-4B36-A755-D2FBF8F28052}" presName="Name13" presStyleLbl="parChTrans1D2" presStyleIdx="2" presStyleCnt="6"/>
      <dgm:spPr/>
    </dgm:pt>
    <dgm:pt modelId="{1B8667FB-337D-49EF-A785-46B38D8F4B9E}" type="pres">
      <dgm:prSet presAssocID="{71CC35C6-0FB7-48F9-ACFF-A3DBC9F79965}" presName="childText" presStyleLbl="bgAcc1" presStyleIdx="2" presStyleCnt="6">
        <dgm:presLayoutVars>
          <dgm:bulletEnabled val="1"/>
        </dgm:presLayoutVars>
      </dgm:prSet>
      <dgm:spPr/>
    </dgm:pt>
    <dgm:pt modelId="{B65F1D1F-AB85-445D-BE32-1F7266314353}" type="pres">
      <dgm:prSet presAssocID="{3D0A5C7C-25D7-401C-BE27-7C05942C3CC6}" presName="Name13" presStyleLbl="parChTrans1D2" presStyleIdx="3" presStyleCnt="6"/>
      <dgm:spPr/>
    </dgm:pt>
    <dgm:pt modelId="{7407D5C2-B86B-4576-BCA3-B0E4FB850A92}" type="pres">
      <dgm:prSet presAssocID="{B8CEF231-6CE4-405A-91C4-A721F3961CE2}" presName="childText" presStyleLbl="bgAcc1" presStyleIdx="3" presStyleCnt="6">
        <dgm:presLayoutVars>
          <dgm:bulletEnabled val="1"/>
        </dgm:presLayoutVars>
      </dgm:prSet>
      <dgm:spPr/>
    </dgm:pt>
    <dgm:pt modelId="{84275F07-5AFB-4C05-A1EB-E4BBCC9A11A4}" type="pres">
      <dgm:prSet presAssocID="{8213B124-5091-423C-A0FE-D3EC81063DF0}" presName="root" presStyleCnt="0"/>
      <dgm:spPr/>
    </dgm:pt>
    <dgm:pt modelId="{744D72DA-2032-4754-9B4C-EBC08D9E908B}" type="pres">
      <dgm:prSet presAssocID="{8213B124-5091-423C-A0FE-D3EC81063DF0}" presName="rootComposite" presStyleCnt="0"/>
      <dgm:spPr/>
    </dgm:pt>
    <dgm:pt modelId="{FD70A21F-0E54-4D13-924C-10305F0E168C}" type="pres">
      <dgm:prSet presAssocID="{8213B124-5091-423C-A0FE-D3EC81063DF0}" presName="rootText" presStyleLbl="node1" presStyleIdx="2" presStyleCnt="3"/>
      <dgm:spPr/>
    </dgm:pt>
    <dgm:pt modelId="{5939F7DC-802B-45EE-85FE-3BA6D22A3EA3}" type="pres">
      <dgm:prSet presAssocID="{8213B124-5091-423C-A0FE-D3EC81063DF0}" presName="rootConnector" presStyleLbl="node1" presStyleIdx="2" presStyleCnt="3"/>
      <dgm:spPr/>
    </dgm:pt>
    <dgm:pt modelId="{96CFAEFD-5B3D-417D-BA0F-CA0492976128}" type="pres">
      <dgm:prSet presAssocID="{8213B124-5091-423C-A0FE-D3EC81063DF0}" presName="childShape" presStyleCnt="0"/>
      <dgm:spPr/>
    </dgm:pt>
    <dgm:pt modelId="{34A9B0FA-BD48-4F0E-9F58-CF87FE63D4EF}" type="pres">
      <dgm:prSet presAssocID="{548EAECB-3BD3-4E62-B006-C14E39111C1F}" presName="Name13" presStyleLbl="parChTrans1D2" presStyleIdx="4" presStyleCnt="6"/>
      <dgm:spPr/>
    </dgm:pt>
    <dgm:pt modelId="{585D2916-80BC-491B-9C04-70D865CBF33A}" type="pres">
      <dgm:prSet presAssocID="{ABD7B137-6AE2-41FF-9FCC-C6ABE75B89F1}" presName="childText" presStyleLbl="bgAcc1" presStyleIdx="4" presStyleCnt="6">
        <dgm:presLayoutVars>
          <dgm:bulletEnabled val="1"/>
        </dgm:presLayoutVars>
      </dgm:prSet>
      <dgm:spPr/>
    </dgm:pt>
    <dgm:pt modelId="{3AB641FA-F7A0-4564-AD9C-8824B81219B4}" type="pres">
      <dgm:prSet presAssocID="{2B656D2E-4063-4157-BE99-B4EE541A3D2A}" presName="Name13" presStyleLbl="parChTrans1D2" presStyleIdx="5" presStyleCnt="6"/>
      <dgm:spPr/>
    </dgm:pt>
    <dgm:pt modelId="{DB320430-CCCF-4F4E-A6BA-984D169FE04C}" type="pres">
      <dgm:prSet presAssocID="{0CA1BD56-5757-4DFB-A93E-8B3F27A46AFF}" presName="childText" presStyleLbl="bgAcc1" presStyleIdx="5" presStyleCnt="6">
        <dgm:presLayoutVars>
          <dgm:bulletEnabled val="1"/>
        </dgm:presLayoutVars>
      </dgm:prSet>
      <dgm:spPr/>
    </dgm:pt>
  </dgm:ptLst>
  <dgm:cxnLst>
    <dgm:cxn modelId="{B51E0907-9141-43F6-B359-F559B77F2C97}" type="presOf" srcId="{05BC743C-B91F-4184-80BF-86CAF5885E43}" destId="{8578CFEC-ADE1-4DA5-AAAD-FEF6080D456A}" srcOrd="0" destOrd="0" presId="urn:microsoft.com/office/officeart/2005/8/layout/hierarchy3"/>
    <dgm:cxn modelId="{8FBC7708-AB9D-46CA-A4D1-FE904D05C5CD}" type="presOf" srcId="{9C9F58FB-5697-405E-9C1F-8A04D9607770}" destId="{D8A260C7-740A-4931-8CD2-78F6D7ED64AD}" srcOrd="0" destOrd="0" presId="urn:microsoft.com/office/officeart/2005/8/layout/hierarchy3"/>
    <dgm:cxn modelId="{097B900C-6CB9-4932-990E-F76FF0A4632F}" type="presOf" srcId="{2B656D2E-4063-4157-BE99-B4EE541A3D2A}" destId="{3AB641FA-F7A0-4564-AD9C-8824B81219B4}" srcOrd="0" destOrd="0" presId="urn:microsoft.com/office/officeart/2005/8/layout/hierarchy3"/>
    <dgm:cxn modelId="{80897714-D95D-446F-887D-955909C19858}" type="presOf" srcId="{B10CBD63-8FBC-4B07-B7D8-4244CFFA1B55}" destId="{DDE4C3A0-D396-4FFE-8179-9BFB4A3F0423}" srcOrd="0" destOrd="0" presId="urn:microsoft.com/office/officeart/2005/8/layout/hierarchy3"/>
    <dgm:cxn modelId="{43976F17-46F9-422B-8D54-7B018DCFCC0B}" type="presOf" srcId="{8213B124-5091-423C-A0FE-D3EC81063DF0}" destId="{5939F7DC-802B-45EE-85FE-3BA6D22A3EA3}" srcOrd="1" destOrd="0" presId="urn:microsoft.com/office/officeart/2005/8/layout/hierarchy3"/>
    <dgm:cxn modelId="{57B92F21-15C2-4741-80F5-D25035ACFAEF}" type="presOf" srcId="{09444A8A-09BB-4B36-A755-D2FBF8F28052}" destId="{713CEBAF-A1E8-4963-AD04-54DA32F2EB8B}" srcOrd="0" destOrd="0" presId="urn:microsoft.com/office/officeart/2005/8/layout/hierarchy3"/>
    <dgm:cxn modelId="{49746133-39E8-4CC4-A061-AF68AC6A2A71}" type="presOf" srcId="{0CA1BD56-5757-4DFB-A93E-8B3F27A46AFF}" destId="{DB320430-CCCF-4F4E-A6BA-984D169FE04C}" srcOrd="0" destOrd="0" presId="urn:microsoft.com/office/officeart/2005/8/layout/hierarchy3"/>
    <dgm:cxn modelId="{640C6C34-63BF-4B18-BB4D-688E28B8DAFF}" srcId="{9C9F58FB-5697-405E-9C1F-8A04D9607770}" destId="{7125609E-8844-4DFB-9DD6-79F0D7E8DDE1}" srcOrd="1" destOrd="0" parTransId="{A7FA202B-60BD-4995-BC4D-1E10D31E64E5}" sibTransId="{34F52B03-4457-4CE1-80F9-C1FDDD11E60B}"/>
    <dgm:cxn modelId="{D60B9537-CFCA-462D-B9B3-A9935E2D360E}" type="presOf" srcId="{A7FA202B-60BD-4995-BC4D-1E10D31E64E5}" destId="{72587B53-35F5-4B0B-A2E1-C345D8CAC5B0}" srcOrd="0" destOrd="0" presId="urn:microsoft.com/office/officeart/2005/8/layout/hierarchy3"/>
    <dgm:cxn modelId="{9C66C138-8240-4D5A-AB42-E9287AB18D5C}" srcId="{B10CBD63-8FBC-4B07-B7D8-4244CFFA1B55}" destId="{9C9F58FB-5697-405E-9C1F-8A04D9607770}" srcOrd="0" destOrd="0" parTransId="{02928794-9FCB-4C75-A065-FEB1150AC032}" sibTransId="{9ABF4C64-CCBA-4B90-8DDD-922C7A8E258E}"/>
    <dgm:cxn modelId="{5D6D5745-124D-429B-BC93-C60F7D2E41CF}" srcId="{D11AA0BA-5F27-4299-970F-77D874E9D576}" destId="{71CC35C6-0FB7-48F9-ACFF-A3DBC9F79965}" srcOrd="0" destOrd="0" parTransId="{09444A8A-09BB-4B36-A755-D2FBF8F28052}" sibTransId="{009492FA-3F1E-4AFC-A68E-4009C53F0E87}"/>
    <dgm:cxn modelId="{19DACE46-64AD-4407-9203-F0190A73BE67}" srcId="{9C9F58FB-5697-405E-9C1F-8A04D9607770}" destId="{DA818917-02F2-433E-9EB9-CFD59262B33B}" srcOrd="0" destOrd="0" parTransId="{05BC743C-B91F-4184-80BF-86CAF5885E43}" sibTransId="{D3824007-3212-4002-A694-3FAD4C004EFA}"/>
    <dgm:cxn modelId="{9E3EBF48-D481-4519-A31B-6BA8BCC546FD}" srcId="{8213B124-5091-423C-A0FE-D3EC81063DF0}" destId="{0CA1BD56-5757-4DFB-A93E-8B3F27A46AFF}" srcOrd="1" destOrd="0" parTransId="{2B656D2E-4063-4157-BE99-B4EE541A3D2A}" sibTransId="{2BBE6512-ECA7-460C-BC53-D7A8F7C037D5}"/>
    <dgm:cxn modelId="{DC937B69-74A3-4975-A905-6549E1250A1B}" type="presOf" srcId="{7125609E-8844-4DFB-9DD6-79F0D7E8DDE1}" destId="{B40365CC-4AC8-4766-A430-7EC391CFE5BE}" srcOrd="0" destOrd="0" presId="urn:microsoft.com/office/officeart/2005/8/layout/hierarchy3"/>
    <dgm:cxn modelId="{25CD694A-B558-45F0-9FC5-99DF8D837772}" type="presOf" srcId="{ABD7B137-6AE2-41FF-9FCC-C6ABE75B89F1}" destId="{585D2916-80BC-491B-9C04-70D865CBF33A}" srcOrd="0" destOrd="0" presId="urn:microsoft.com/office/officeart/2005/8/layout/hierarchy3"/>
    <dgm:cxn modelId="{8394D24F-3C54-4B42-8082-5E6F1D343732}" type="presOf" srcId="{DA818917-02F2-433E-9EB9-CFD59262B33B}" destId="{7334F9D4-9292-4317-8977-381D95682519}" srcOrd="0" destOrd="0" presId="urn:microsoft.com/office/officeart/2005/8/layout/hierarchy3"/>
    <dgm:cxn modelId="{D76C8455-68EC-4BCA-9D8C-E6BA41AC4EAA}" type="presOf" srcId="{D11AA0BA-5F27-4299-970F-77D874E9D576}" destId="{64BFFB1E-AA69-4EAC-BD29-B952BAD0B3A9}" srcOrd="1" destOrd="0" presId="urn:microsoft.com/office/officeart/2005/8/layout/hierarchy3"/>
    <dgm:cxn modelId="{F651AB7D-7059-4B2E-847F-7594B630650B}" type="presOf" srcId="{71CC35C6-0FB7-48F9-ACFF-A3DBC9F79965}" destId="{1B8667FB-337D-49EF-A785-46B38D8F4B9E}" srcOrd="0" destOrd="0" presId="urn:microsoft.com/office/officeart/2005/8/layout/hierarchy3"/>
    <dgm:cxn modelId="{5E676AA6-ABE7-4E91-A650-4A4A38A3959C}" type="presOf" srcId="{548EAECB-3BD3-4E62-B006-C14E39111C1F}" destId="{34A9B0FA-BD48-4F0E-9F58-CF87FE63D4EF}" srcOrd="0" destOrd="0" presId="urn:microsoft.com/office/officeart/2005/8/layout/hierarchy3"/>
    <dgm:cxn modelId="{4E2576AA-4D17-49EE-952D-59E7510EA741}" type="presOf" srcId="{8213B124-5091-423C-A0FE-D3EC81063DF0}" destId="{FD70A21F-0E54-4D13-924C-10305F0E168C}" srcOrd="0" destOrd="0" presId="urn:microsoft.com/office/officeart/2005/8/layout/hierarchy3"/>
    <dgm:cxn modelId="{008C42B1-C2CA-42FC-B12A-88AE692E1218}" type="presOf" srcId="{D11AA0BA-5F27-4299-970F-77D874E9D576}" destId="{D1E5B0C2-D8E0-46CE-B11A-7E487BA21377}" srcOrd="0" destOrd="0" presId="urn:microsoft.com/office/officeart/2005/8/layout/hierarchy3"/>
    <dgm:cxn modelId="{86DD78BE-3045-4F6A-896F-F55BA6C1F20F}" srcId="{8213B124-5091-423C-A0FE-D3EC81063DF0}" destId="{ABD7B137-6AE2-41FF-9FCC-C6ABE75B89F1}" srcOrd="0" destOrd="0" parTransId="{548EAECB-3BD3-4E62-B006-C14E39111C1F}" sibTransId="{FC064957-EC65-4EE5-A950-16F66546D6C2}"/>
    <dgm:cxn modelId="{01E17DC0-868B-4492-A55C-6F2EF1B37EAB}" srcId="{B10CBD63-8FBC-4B07-B7D8-4244CFFA1B55}" destId="{D11AA0BA-5F27-4299-970F-77D874E9D576}" srcOrd="1" destOrd="0" parTransId="{F749A40C-06D9-4BB3-B0F2-312735A6CB59}" sibTransId="{45B00693-8FD4-48A4-86EC-ADF10B75B442}"/>
    <dgm:cxn modelId="{DEE868C1-16C6-4EF2-90DF-9DC84DDC1A9E}" type="presOf" srcId="{9C9F58FB-5697-405E-9C1F-8A04D9607770}" destId="{0BD55F58-8545-4591-9962-579D5AC8A0EE}" srcOrd="1" destOrd="0" presId="urn:microsoft.com/office/officeart/2005/8/layout/hierarchy3"/>
    <dgm:cxn modelId="{7C4F24C6-941A-4AFC-900F-AF2DA1E652F5}" type="presOf" srcId="{B8CEF231-6CE4-405A-91C4-A721F3961CE2}" destId="{7407D5C2-B86B-4576-BCA3-B0E4FB850A92}" srcOrd="0" destOrd="0" presId="urn:microsoft.com/office/officeart/2005/8/layout/hierarchy3"/>
    <dgm:cxn modelId="{E801F5CF-D2BF-465E-AF22-187201815394}" type="presOf" srcId="{3D0A5C7C-25D7-401C-BE27-7C05942C3CC6}" destId="{B65F1D1F-AB85-445D-BE32-1F7266314353}" srcOrd="0" destOrd="0" presId="urn:microsoft.com/office/officeart/2005/8/layout/hierarchy3"/>
    <dgm:cxn modelId="{7A5DE8ED-9C66-4311-B634-30CCA2029BBD}" srcId="{B10CBD63-8FBC-4B07-B7D8-4244CFFA1B55}" destId="{8213B124-5091-423C-A0FE-D3EC81063DF0}" srcOrd="2" destOrd="0" parTransId="{EBF656CB-E5D3-40D4-883C-2BA562A9B34C}" sibTransId="{6E5E95C6-C8E2-42E2-88D0-801AEF9F7812}"/>
    <dgm:cxn modelId="{84AF3DF3-A975-4F98-867C-E62A81CDEEA9}" srcId="{D11AA0BA-5F27-4299-970F-77D874E9D576}" destId="{B8CEF231-6CE4-405A-91C4-A721F3961CE2}" srcOrd="1" destOrd="0" parTransId="{3D0A5C7C-25D7-401C-BE27-7C05942C3CC6}" sibTransId="{3FDF1E87-3E9A-4DE6-88B1-C54F75E7780B}"/>
    <dgm:cxn modelId="{53E4BA30-6484-4013-8E0C-BE5AD38CA9CC}" type="presParOf" srcId="{DDE4C3A0-D396-4FFE-8179-9BFB4A3F0423}" destId="{710CF8E6-66B7-4B03-A417-31FF1ED69017}" srcOrd="0" destOrd="0" presId="urn:microsoft.com/office/officeart/2005/8/layout/hierarchy3"/>
    <dgm:cxn modelId="{55B83667-2727-433E-AB52-EDAA0D9828B7}" type="presParOf" srcId="{710CF8E6-66B7-4B03-A417-31FF1ED69017}" destId="{ED97D5B5-6A08-4A28-B637-3870E8D9F683}" srcOrd="0" destOrd="0" presId="urn:microsoft.com/office/officeart/2005/8/layout/hierarchy3"/>
    <dgm:cxn modelId="{79B58115-2E56-4143-8B7C-E5F991A5570A}" type="presParOf" srcId="{ED97D5B5-6A08-4A28-B637-3870E8D9F683}" destId="{D8A260C7-740A-4931-8CD2-78F6D7ED64AD}" srcOrd="0" destOrd="0" presId="urn:microsoft.com/office/officeart/2005/8/layout/hierarchy3"/>
    <dgm:cxn modelId="{CAC70DE9-A28C-42B6-8001-D61851FFBFD5}" type="presParOf" srcId="{ED97D5B5-6A08-4A28-B637-3870E8D9F683}" destId="{0BD55F58-8545-4591-9962-579D5AC8A0EE}" srcOrd="1" destOrd="0" presId="urn:microsoft.com/office/officeart/2005/8/layout/hierarchy3"/>
    <dgm:cxn modelId="{CE620F69-5FAB-4A5B-B994-F1ADCBB04B03}" type="presParOf" srcId="{710CF8E6-66B7-4B03-A417-31FF1ED69017}" destId="{57795413-E6C5-4CD7-934F-6905D86A4FDB}" srcOrd="1" destOrd="0" presId="urn:microsoft.com/office/officeart/2005/8/layout/hierarchy3"/>
    <dgm:cxn modelId="{ECF0F5B2-D321-479A-AEB7-0E1280F10D34}" type="presParOf" srcId="{57795413-E6C5-4CD7-934F-6905D86A4FDB}" destId="{8578CFEC-ADE1-4DA5-AAAD-FEF6080D456A}" srcOrd="0" destOrd="0" presId="urn:microsoft.com/office/officeart/2005/8/layout/hierarchy3"/>
    <dgm:cxn modelId="{DB6CB3DD-125D-4E29-B5BD-31F663FB9DA9}" type="presParOf" srcId="{57795413-E6C5-4CD7-934F-6905D86A4FDB}" destId="{7334F9D4-9292-4317-8977-381D95682519}" srcOrd="1" destOrd="0" presId="urn:microsoft.com/office/officeart/2005/8/layout/hierarchy3"/>
    <dgm:cxn modelId="{4B0D8E5C-1C91-4273-A64D-2352C23F2171}" type="presParOf" srcId="{57795413-E6C5-4CD7-934F-6905D86A4FDB}" destId="{72587B53-35F5-4B0B-A2E1-C345D8CAC5B0}" srcOrd="2" destOrd="0" presId="urn:microsoft.com/office/officeart/2005/8/layout/hierarchy3"/>
    <dgm:cxn modelId="{1C54A77C-CA58-4DEA-87C3-583959127461}" type="presParOf" srcId="{57795413-E6C5-4CD7-934F-6905D86A4FDB}" destId="{B40365CC-4AC8-4766-A430-7EC391CFE5BE}" srcOrd="3" destOrd="0" presId="urn:microsoft.com/office/officeart/2005/8/layout/hierarchy3"/>
    <dgm:cxn modelId="{FD0DFAEC-48E5-42DD-800F-A96EA8827A32}" type="presParOf" srcId="{DDE4C3A0-D396-4FFE-8179-9BFB4A3F0423}" destId="{77D63D2A-A62E-4E9B-A69C-4E769EB58B60}" srcOrd="1" destOrd="0" presId="urn:microsoft.com/office/officeart/2005/8/layout/hierarchy3"/>
    <dgm:cxn modelId="{360A1716-943A-4C5B-99FE-795F2A2DCAAE}" type="presParOf" srcId="{77D63D2A-A62E-4E9B-A69C-4E769EB58B60}" destId="{89761107-8C08-40AB-96DF-201EAA9E024A}" srcOrd="0" destOrd="0" presId="urn:microsoft.com/office/officeart/2005/8/layout/hierarchy3"/>
    <dgm:cxn modelId="{939C1F86-5ED1-40AF-AC15-FE8AE3E05985}" type="presParOf" srcId="{89761107-8C08-40AB-96DF-201EAA9E024A}" destId="{D1E5B0C2-D8E0-46CE-B11A-7E487BA21377}" srcOrd="0" destOrd="0" presId="urn:microsoft.com/office/officeart/2005/8/layout/hierarchy3"/>
    <dgm:cxn modelId="{C871DC76-BA53-419D-8531-820BACD3A63D}" type="presParOf" srcId="{89761107-8C08-40AB-96DF-201EAA9E024A}" destId="{64BFFB1E-AA69-4EAC-BD29-B952BAD0B3A9}" srcOrd="1" destOrd="0" presId="urn:microsoft.com/office/officeart/2005/8/layout/hierarchy3"/>
    <dgm:cxn modelId="{9992B388-A04A-4528-AE3B-D74A8F8D3117}" type="presParOf" srcId="{77D63D2A-A62E-4E9B-A69C-4E769EB58B60}" destId="{CC09882E-0371-4905-85E4-A1B4AD964351}" srcOrd="1" destOrd="0" presId="urn:microsoft.com/office/officeart/2005/8/layout/hierarchy3"/>
    <dgm:cxn modelId="{652249BF-1E78-4709-AB0D-A9FED91BCD94}" type="presParOf" srcId="{CC09882E-0371-4905-85E4-A1B4AD964351}" destId="{713CEBAF-A1E8-4963-AD04-54DA32F2EB8B}" srcOrd="0" destOrd="0" presId="urn:microsoft.com/office/officeart/2005/8/layout/hierarchy3"/>
    <dgm:cxn modelId="{A1861D0F-E611-4BB6-AEB4-A8B3B99BEE04}" type="presParOf" srcId="{CC09882E-0371-4905-85E4-A1B4AD964351}" destId="{1B8667FB-337D-49EF-A785-46B38D8F4B9E}" srcOrd="1" destOrd="0" presId="urn:microsoft.com/office/officeart/2005/8/layout/hierarchy3"/>
    <dgm:cxn modelId="{F8A753EB-C9E6-4583-9BE2-6CAC8411AE3D}" type="presParOf" srcId="{CC09882E-0371-4905-85E4-A1B4AD964351}" destId="{B65F1D1F-AB85-445D-BE32-1F7266314353}" srcOrd="2" destOrd="0" presId="urn:microsoft.com/office/officeart/2005/8/layout/hierarchy3"/>
    <dgm:cxn modelId="{EB93488D-C6A0-4C2D-B727-F9989DCDE5AC}" type="presParOf" srcId="{CC09882E-0371-4905-85E4-A1B4AD964351}" destId="{7407D5C2-B86B-4576-BCA3-B0E4FB850A92}" srcOrd="3" destOrd="0" presId="urn:microsoft.com/office/officeart/2005/8/layout/hierarchy3"/>
    <dgm:cxn modelId="{418FEFDA-B035-4006-829B-25BB7D1FC354}" type="presParOf" srcId="{DDE4C3A0-D396-4FFE-8179-9BFB4A3F0423}" destId="{84275F07-5AFB-4C05-A1EB-E4BBCC9A11A4}" srcOrd="2" destOrd="0" presId="urn:microsoft.com/office/officeart/2005/8/layout/hierarchy3"/>
    <dgm:cxn modelId="{76EFCFA3-B1A9-4592-B643-C0B55B5DEBD5}" type="presParOf" srcId="{84275F07-5AFB-4C05-A1EB-E4BBCC9A11A4}" destId="{744D72DA-2032-4754-9B4C-EBC08D9E908B}" srcOrd="0" destOrd="0" presId="urn:microsoft.com/office/officeart/2005/8/layout/hierarchy3"/>
    <dgm:cxn modelId="{17831EDB-E745-4CF1-99EA-EEF1B1C9EE65}" type="presParOf" srcId="{744D72DA-2032-4754-9B4C-EBC08D9E908B}" destId="{FD70A21F-0E54-4D13-924C-10305F0E168C}" srcOrd="0" destOrd="0" presId="urn:microsoft.com/office/officeart/2005/8/layout/hierarchy3"/>
    <dgm:cxn modelId="{FE5302BD-CAF3-42E0-AFFB-10EADAB8174D}" type="presParOf" srcId="{744D72DA-2032-4754-9B4C-EBC08D9E908B}" destId="{5939F7DC-802B-45EE-85FE-3BA6D22A3EA3}" srcOrd="1" destOrd="0" presId="urn:microsoft.com/office/officeart/2005/8/layout/hierarchy3"/>
    <dgm:cxn modelId="{D2FEA587-C18C-4C0E-B51E-20507D7AA09A}" type="presParOf" srcId="{84275F07-5AFB-4C05-A1EB-E4BBCC9A11A4}" destId="{96CFAEFD-5B3D-417D-BA0F-CA0492976128}" srcOrd="1" destOrd="0" presId="urn:microsoft.com/office/officeart/2005/8/layout/hierarchy3"/>
    <dgm:cxn modelId="{F79DCAAB-3213-4031-9565-EAC24CC292D6}" type="presParOf" srcId="{96CFAEFD-5B3D-417D-BA0F-CA0492976128}" destId="{34A9B0FA-BD48-4F0E-9F58-CF87FE63D4EF}" srcOrd="0" destOrd="0" presId="urn:microsoft.com/office/officeart/2005/8/layout/hierarchy3"/>
    <dgm:cxn modelId="{C76A913C-19EC-4441-8678-7BBB6F47D75A}" type="presParOf" srcId="{96CFAEFD-5B3D-417D-BA0F-CA0492976128}" destId="{585D2916-80BC-491B-9C04-70D865CBF33A}" srcOrd="1" destOrd="0" presId="urn:microsoft.com/office/officeart/2005/8/layout/hierarchy3"/>
    <dgm:cxn modelId="{B92D427C-85A6-41F9-AA89-2D4F92AAC9ED}" type="presParOf" srcId="{96CFAEFD-5B3D-417D-BA0F-CA0492976128}" destId="{3AB641FA-F7A0-4564-AD9C-8824B81219B4}" srcOrd="2" destOrd="0" presId="urn:microsoft.com/office/officeart/2005/8/layout/hierarchy3"/>
    <dgm:cxn modelId="{D3AC6A81-A288-4332-AB85-F9D6D03F6E96}" type="presParOf" srcId="{96CFAEFD-5B3D-417D-BA0F-CA0492976128}" destId="{DB320430-CCCF-4F4E-A6BA-984D169FE04C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A260C7-740A-4931-8CD2-78F6D7ED64AD}">
      <dsp:nvSpPr>
        <dsp:cNvPr id="0" name=""/>
        <dsp:cNvSpPr/>
      </dsp:nvSpPr>
      <dsp:spPr>
        <a:xfrm>
          <a:off x="419759" y="1099"/>
          <a:ext cx="2216328" cy="11081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Day One</a:t>
          </a:r>
        </a:p>
      </dsp:txBody>
      <dsp:txXfrm>
        <a:off x="452216" y="33556"/>
        <a:ext cx="2151414" cy="1043250"/>
      </dsp:txXfrm>
    </dsp:sp>
    <dsp:sp modelId="{8578CFEC-ADE1-4DA5-AAAD-FEF6080D456A}">
      <dsp:nvSpPr>
        <dsp:cNvPr id="0" name=""/>
        <dsp:cNvSpPr/>
      </dsp:nvSpPr>
      <dsp:spPr>
        <a:xfrm>
          <a:off x="641392" y="1109263"/>
          <a:ext cx="221632" cy="83112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31123"/>
              </a:lnTo>
              <a:lnTo>
                <a:pt x="221632" y="831123"/>
              </a:lnTo>
            </a:path>
          </a:pathLst>
        </a:custGeom>
        <a:noFill/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34F9D4-9292-4317-8977-381D95682519}">
      <dsp:nvSpPr>
        <dsp:cNvPr id="0" name=""/>
        <dsp:cNvSpPr/>
      </dsp:nvSpPr>
      <dsp:spPr>
        <a:xfrm>
          <a:off x="863024" y="1386304"/>
          <a:ext cx="1773062" cy="11081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dkEdge">
          <a:bevelT w="124450" h="163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Maya Ruiz</a:t>
          </a:r>
        </a:p>
      </dsp:txBody>
      <dsp:txXfrm>
        <a:off x="895481" y="1418761"/>
        <a:ext cx="1708148" cy="1043250"/>
      </dsp:txXfrm>
    </dsp:sp>
    <dsp:sp modelId="{72587B53-35F5-4B0B-A2E1-C345D8CAC5B0}">
      <dsp:nvSpPr>
        <dsp:cNvPr id="0" name=""/>
        <dsp:cNvSpPr/>
      </dsp:nvSpPr>
      <dsp:spPr>
        <a:xfrm>
          <a:off x="641392" y="1109263"/>
          <a:ext cx="221632" cy="22163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6328"/>
              </a:lnTo>
              <a:lnTo>
                <a:pt x="221632" y="2216328"/>
              </a:lnTo>
            </a:path>
          </a:pathLst>
        </a:custGeom>
        <a:noFill/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0365CC-4AC8-4766-A430-7EC391CFE5BE}">
      <dsp:nvSpPr>
        <dsp:cNvPr id="0" name=""/>
        <dsp:cNvSpPr/>
      </dsp:nvSpPr>
      <dsp:spPr>
        <a:xfrm>
          <a:off x="863024" y="2771509"/>
          <a:ext cx="1773062" cy="11081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-56167"/>
              <a:satOff val="-1518"/>
              <a:lumOff val="-3137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dkEdge">
          <a:bevelT w="124450" h="163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Human Resources Director</a:t>
          </a:r>
        </a:p>
      </dsp:txBody>
      <dsp:txXfrm>
        <a:off x="895481" y="2803966"/>
        <a:ext cx="1708148" cy="1043250"/>
      </dsp:txXfrm>
    </dsp:sp>
    <dsp:sp modelId="{D1E5B0C2-D8E0-46CE-B11A-7E487BA21377}">
      <dsp:nvSpPr>
        <dsp:cNvPr id="0" name=""/>
        <dsp:cNvSpPr/>
      </dsp:nvSpPr>
      <dsp:spPr>
        <a:xfrm>
          <a:off x="3190169" y="1099"/>
          <a:ext cx="2216328" cy="11081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-140419"/>
                <a:satOff val="-3796"/>
                <a:lumOff val="-7844"/>
                <a:alphaOff val="0"/>
                <a:tint val="96000"/>
                <a:lumMod val="100000"/>
              </a:schemeClr>
            </a:gs>
            <a:gs pos="78000">
              <a:schemeClr val="accent3">
                <a:hueOff val="-140419"/>
                <a:satOff val="-3796"/>
                <a:lumOff val="-7844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Day Two</a:t>
          </a:r>
        </a:p>
      </dsp:txBody>
      <dsp:txXfrm>
        <a:off x="3222626" y="33556"/>
        <a:ext cx="2151414" cy="1043250"/>
      </dsp:txXfrm>
    </dsp:sp>
    <dsp:sp modelId="{713CEBAF-A1E8-4963-AD04-54DA32F2EB8B}">
      <dsp:nvSpPr>
        <dsp:cNvPr id="0" name=""/>
        <dsp:cNvSpPr/>
      </dsp:nvSpPr>
      <dsp:spPr>
        <a:xfrm>
          <a:off x="3411802" y="1109263"/>
          <a:ext cx="221632" cy="83112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31123"/>
              </a:lnTo>
              <a:lnTo>
                <a:pt x="221632" y="831123"/>
              </a:lnTo>
            </a:path>
          </a:pathLst>
        </a:custGeom>
        <a:noFill/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8667FB-337D-49EF-A785-46B38D8F4B9E}">
      <dsp:nvSpPr>
        <dsp:cNvPr id="0" name=""/>
        <dsp:cNvSpPr/>
      </dsp:nvSpPr>
      <dsp:spPr>
        <a:xfrm>
          <a:off x="3633435" y="1386304"/>
          <a:ext cx="1773062" cy="11081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-112335"/>
              <a:satOff val="-3037"/>
              <a:lumOff val="-6275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dkEdge">
          <a:bevelT w="124450" h="163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David Jensen</a:t>
          </a:r>
        </a:p>
      </dsp:txBody>
      <dsp:txXfrm>
        <a:off x="3665892" y="1418761"/>
        <a:ext cx="1708148" cy="1043250"/>
      </dsp:txXfrm>
    </dsp:sp>
    <dsp:sp modelId="{B65F1D1F-AB85-445D-BE32-1F7266314353}">
      <dsp:nvSpPr>
        <dsp:cNvPr id="0" name=""/>
        <dsp:cNvSpPr/>
      </dsp:nvSpPr>
      <dsp:spPr>
        <a:xfrm>
          <a:off x="3411802" y="1109263"/>
          <a:ext cx="221632" cy="22163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6328"/>
              </a:lnTo>
              <a:lnTo>
                <a:pt x="221632" y="2216328"/>
              </a:lnTo>
            </a:path>
          </a:pathLst>
        </a:custGeom>
        <a:noFill/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07D5C2-B86B-4576-BCA3-B0E4FB850A92}">
      <dsp:nvSpPr>
        <dsp:cNvPr id="0" name=""/>
        <dsp:cNvSpPr/>
      </dsp:nvSpPr>
      <dsp:spPr>
        <a:xfrm>
          <a:off x="3633435" y="2771509"/>
          <a:ext cx="1773062" cy="11081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-168502"/>
              <a:satOff val="-4555"/>
              <a:lumOff val="-9412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dkEdge">
          <a:bevelT w="124450" h="163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Resort Operations Director</a:t>
          </a:r>
        </a:p>
      </dsp:txBody>
      <dsp:txXfrm>
        <a:off x="3665892" y="2803966"/>
        <a:ext cx="1708148" cy="1043250"/>
      </dsp:txXfrm>
    </dsp:sp>
    <dsp:sp modelId="{FD70A21F-0E54-4D13-924C-10305F0E168C}">
      <dsp:nvSpPr>
        <dsp:cNvPr id="0" name=""/>
        <dsp:cNvSpPr/>
      </dsp:nvSpPr>
      <dsp:spPr>
        <a:xfrm>
          <a:off x="5960580" y="1099"/>
          <a:ext cx="2216328" cy="11081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-280837"/>
                <a:satOff val="-7592"/>
                <a:lumOff val="-15687"/>
                <a:alphaOff val="0"/>
                <a:tint val="96000"/>
                <a:lumMod val="100000"/>
              </a:schemeClr>
            </a:gs>
            <a:gs pos="78000">
              <a:schemeClr val="accent3">
                <a:hueOff val="-280837"/>
                <a:satOff val="-7592"/>
                <a:lumOff val="-15687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Day Three</a:t>
          </a:r>
        </a:p>
      </dsp:txBody>
      <dsp:txXfrm>
        <a:off x="5993037" y="33556"/>
        <a:ext cx="2151414" cy="1043250"/>
      </dsp:txXfrm>
    </dsp:sp>
    <dsp:sp modelId="{34A9B0FA-BD48-4F0E-9F58-CF87FE63D4EF}">
      <dsp:nvSpPr>
        <dsp:cNvPr id="0" name=""/>
        <dsp:cNvSpPr/>
      </dsp:nvSpPr>
      <dsp:spPr>
        <a:xfrm>
          <a:off x="6182213" y="1109263"/>
          <a:ext cx="221632" cy="83112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31123"/>
              </a:lnTo>
              <a:lnTo>
                <a:pt x="221632" y="831123"/>
              </a:lnTo>
            </a:path>
          </a:pathLst>
        </a:custGeom>
        <a:noFill/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5D2916-80BC-491B-9C04-70D865CBF33A}">
      <dsp:nvSpPr>
        <dsp:cNvPr id="0" name=""/>
        <dsp:cNvSpPr/>
      </dsp:nvSpPr>
      <dsp:spPr>
        <a:xfrm>
          <a:off x="6403846" y="1386304"/>
          <a:ext cx="1773062" cy="11081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-224670"/>
              <a:satOff val="-6074"/>
              <a:lumOff val="-12550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dkEdge">
          <a:bevelT w="124450" h="163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Ken Lee</a:t>
          </a:r>
        </a:p>
      </dsp:txBody>
      <dsp:txXfrm>
        <a:off x="6436303" y="1418761"/>
        <a:ext cx="1708148" cy="1043250"/>
      </dsp:txXfrm>
    </dsp:sp>
    <dsp:sp modelId="{3AB641FA-F7A0-4564-AD9C-8824B81219B4}">
      <dsp:nvSpPr>
        <dsp:cNvPr id="0" name=""/>
        <dsp:cNvSpPr/>
      </dsp:nvSpPr>
      <dsp:spPr>
        <a:xfrm>
          <a:off x="6182213" y="1109263"/>
          <a:ext cx="221632" cy="22163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6328"/>
              </a:lnTo>
              <a:lnTo>
                <a:pt x="221632" y="2216328"/>
              </a:lnTo>
            </a:path>
          </a:pathLst>
        </a:custGeom>
        <a:noFill/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320430-CCCF-4F4E-A6BA-984D169FE04C}">
      <dsp:nvSpPr>
        <dsp:cNvPr id="0" name=""/>
        <dsp:cNvSpPr/>
      </dsp:nvSpPr>
      <dsp:spPr>
        <a:xfrm>
          <a:off x="6403846" y="2771509"/>
          <a:ext cx="1773062" cy="11081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-280837"/>
              <a:satOff val="-7592"/>
              <a:lumOff val="-15687"/>
              <a:alphaOff val="0"/>
            </a:schemeClr>
          </a:solidFill>
          <a:prstDash val="solid"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dkEdge">
          <a:bevelT w="124450" h="163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Safety Director</a:t>
          </a:r>
        </a:p>
      </dsp:txBody>
      <dsp:txXfrm>
        <a:off x="6436303" y="2803966"/>
        <a:ext cx="1708148" cy="10432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77EE9E-6704-488E-A7E6-4DC81BC40DD9}" type="datetimeFigureOut">
              <a:rPr lang="en-US" smtClean="0"/>
              <a:t>04/19/2026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BD40C5-5BA0-404E-B91A-E4E41A0D74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116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1766FC-30D0-4C5B-AA7F-5B5153539F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0052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D3B134-AB8F-41D1-91F7-986C5F99328D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2405190"/>
      </p:ext>
    </p:extLst>
  </p:cSld>
  <p:clrMapOvr>
    <a:masterClrMapping/>
  </p:clrMapOvr>
  <p:transition spd="med"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9EB05B-B917-477A-BCE3-78A3DD413742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3948635"/>
      </p:ext>
    </p:extLst>
  </p:cSld>
  <p:clrMapOvr>
    <a:masterClrMapping/>
  </p:clrMapOvr>
  <p:transition spd="med"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CED5E8-89ED-4AFD-8D45-2DD51A0D20DE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9540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47AFB33-D634-4A02-99D3-B17684DE0E38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5312413"/>
      </p:ext>
    </p:extLst>
  </p:cSld>
  <p:clrMapOvr>
    <a:masterClrMapping/>
  </p:clrMapOvr>
  <p:transition spd="med">
    <p:wipe dir="r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B6E675B-6B7D-4C55-BD17-4D9BEB4EDEF5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6965749"/>
      </p:ext>
    </p:extLst>
  </p:cSld>
  <p:clrMapOvr>
    <a:masterClrMapping/>
  </p:clrMapOvr>
  <p:transition spd="med"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0A4B653-8D0B-4885-904A-A8D97EB139F3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3504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6C1F63-9A87-4E85-B162-A5216B7D2281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3064292"/>
      </p:ext>
    </p:extLst>
  </p:cSld>
  <p:clrMapOvr>
    <a:masterClrMapping/>
  </p:clrMapOvr>
  <p:transition spd="med">
    <p:wipe dir="r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6514D86-AB00-473B-876E-F1767B05D081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4534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322FC2F-C589-4822-9743-232287C9D42B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7310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66ACD8-A7A3-4F9C-B63A-EA666BDCE030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8763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B947333-1EE6-4645-A5AB-FFDE21629629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295810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27F9C7-D86D-495B-8677-D0FCAD57A2E4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29502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91DA72-AAB6-431D-9694-5DE2D44AB267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07909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E9E89C-56F4-4B9A-BFFB-CBEAD601B834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47433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060351-792C-446B-80A9-46D7C44B86D4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03731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39D511-789C-43D4-9008-C3188F264771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8019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EC37356-AFA6-4FF9-956A-63B718CE80FA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4467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  <p:sldLayoutId id="2147483691" r:id="rId16"/>
  </p:sldLayoutIdLst>
  <p:transition spd="med">
    <p:wipe dir="r"/>
  </p:transition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 descr="4uBhDm7huouYu0RtcrZh3ivMGoL++XqzUN2ESyCsHVs74lqtOwmjz4SlhC4U9FoyqfUUZCJIP+JX1zbZH34N/gmQTNjIGkVH-~Bdm2IYn89hcEg4ki29nXUQ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#@#TpZ+vKllpUNkWegIuix5YO+ZVtkRRdK7Hlo2Vem9vHOi0xcoJj/VLoQPnY8oZFKIdnDC/jzs4D7D8yKCPXHd0z8aLRDl0CA3-~Xfv8U3bO7hQYunLY9b8P6Q=="/>
          <p:cNvPicPr>
            <a:picLocks noChangeAspect="1"/>
          </p:cNvPicPr>
          <p:nvPr/>
        </p:nvPicPr>
        <p:blipFill>
          <a:blip r:embed="rId2"/>
          <a:srcRect l="5000" t="10655" b="10655"/>
          <a:stretch>
            <a:fillRect/>
          </a:stretch>
        </p:blipFill>
        <p:spPr>
          <a:xfrm>
            <a:off x="609599" y="1828800"/>
            <a:ext cx="5405128" cy="3200400"/>
          </a:xfrm>
          <a:prstGeom prst="rect">
            <a:avLst/>
          </a:prstGeom>
          <a:noFill/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12" name="Isosceles Triangle 11" descr="kdOfKiI21+oo5lMpW143lFmpErm1lY7Ehu0bb4DKfUix7Qvs9vgIlgHCAFaFmflnubcy0+n4zuN6mbTRAxu7wEfCSghljV3E-~EiKskk3crlOg7yDWsWkNsA==">
            <a:extLst>
              <a:ext uri="{FF2B5EF4-FFF2-40B4-BE49-F238E27FC236}">
                <a16:creationId xmlns:a16="http://schemas.microsoft.com/office/drawing/2014/main" id="{0FF9F10B-8764-4B6C-9EBC-4FBE9AC1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Parallelogram 13" descr="bF3T9xtbdSn0o03VgbacPo1YwthR0H40bf4lsVcOTlvV0VuBPFIk9zYA3L7nCOTBaPaC4zLtQK3mb7rmMHZHYIh6PML8K7Y4-~Yz1+dTzZOJw+WX4H8LCjqg==">
            <a:extLst>
              <a:ext uri="{FF2B5EF4-FFF2-40B4-BE49-F238E27FC236}">
                <a16:creationId xmlns:a16="http://schemas.microsoft.com/office/drawing/2014/main" id="{4DC5F81A-AB66-427C-B973-546BE1B7E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84541" y="0"/>
            <a:ext cx="73152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 descr="qJDr7FR5hRQAO7H51pHg5BeTRvtdudPCHsHHvAcoH0MdMlgRFaAgKfSwtmweMqlee/62EK2i9S3ui3jCiGeeRuvccd0kTSgS-~47QHXeY8BMNyEIXz7u5QzA==">
            <a:extLst>
              <a:ext uri="{FF2B5EF4-FFF2-40B4-BE49-F238E27FC236}">
                <a16:creationId xmlns:a16="http://schemas.microsoft.com/office/drawing/2014/main" id="{2146C810-9BC7-4BEB-A44C-B70C5B3DC9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 descr="Ts6LuSG4fSw+0tolXqu1nTvKfJCo1iHkuywzxkZzzX053f0d+41bL8q2G0Gg1KWrcpgoR4/+y95M4+u8zYE3UA/Xu3z+7oD9-~4CC2jObnAXiW+kOkEl18SQ==">
            <a:extLst>
              <a:ext uri="{FF2B5EF4-FFF2-40B4-BE49-F238E27FC236}">
                <a16:creationId xmlns:a16="http://schemas.microsoft.com/office/drawing/2014/main" id="{F5ADF6C1-FC3E-4CEF-ACAA-1E533A927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3" descr="4PRd8lLu0vbj3z3qLXP1kQEUPLGn86xj++ZgsAGdzQ1IUc+2fhaQSeI1eYWDsSLYgnnenMg1hn3BVZZ0+1B5ixPuNGhFBgWL-~6iAhb/zg/TLL1byCRR2BBw==">
            <a:extLst>
              <a:ext uri="{FF2B5EF4-FFF2-40B4-BE49-F238E27FC236}">
                <a16:creationId xmlns:a16="http://schemas.microsoft.com/office/drawing/2014/main" id="{BE11B7D3-FC4D-4157-827F-D418D4AF3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5" descr="xNaST+G0Sl77PfZsjGYWlXuG26obpQA4EYD0JhmEO0/otbvAvhX4hIM68LTGTT2W45Wax/uMNpeO3zFtXTpIJI19fCgi7sDC-~NXfL603EY52j5/Z1dJGRzw==">
            <a:extLst>
              <a:ext uri="{FF2B5EF4-FFF2-40B4-BE49-F238E27FC236}">
                <a16:creationId xmlns:a16="http://schemas.microsoft.com/office/drawing/2014/main" id="{F9CA2FB3-69C5-4A17-880A-34C260DF3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Isosceles Triangle 23" descr="JEL9BUJNCLYqO3r5rHamQtlNi4FoRuP7W37irfgE6agyOGWUFIi08gw7cnMbNkBhYiULs5CvJqAmlloTYVCL2VrwUnFzAWU3-~jNVNRVh/aNkRFlL4P8H7LQ==">
            <a:extLst>
              <a:ext uri="{FF2B5EF4-FFF2-40B4-BE49-F238E27FC236}">
                <a16:creationId xmlns:a16="http://schemas.microsoft.com/office/drawing/2014/main" id="{A3B42260-CA72-429A-AEFF-A2778C7BC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 descr="cxSNLdXw2v1gPfzmY9itGwIWjwLCeMqJAsFoa0iQ3ZmRs671VoqqLuQu7amMaEwJ+Qi8pLn1nOAzBND46qmZTYNUtwOFBV7Q-~8+1lvznapX0L9drgnPUzZA=="/>
          <p:cNvSpPr>
            <a:spLocks noGrp="1"/>
          </p:cNvSpPr>
          <p:nvPr>
            <p:ph type="ctrTitle"/>
          </p:nvPr>
        </p:nvSpPr>
        <p:spPr>
          <a:xfrm>
            <a:off x="4704200" y="1678665"/>
            <a:ext cx="4569803" cy="236913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Welcome to Big Valley Ranch</a:t>
            </a:r>
          </a:p>
        </p:txBody>
      </p:sp>
      <p:sp>
        <p:nvSpPr>
          <p:cNvPr id="3" name="Subtitle 2" descr="2uS8u1DsC2+M4Kbg5c4k/Ycydnu7uFSGUhQFcE+0B587LL76ZVBbOPVLZnDV0nb3saHv7ZPngaFO7J8KcccWFyt+bgxOkKii-~ZOs9uLd1mVrDImn9AtXTow=="/>
          <p:cNvSpPr>
            <a:spLocks noGrp="1"/>
          </p:cNvSpPr>
          <p:nvPr>
            <p:ph type="subTitle" idx="1"/>
          </p:nvPr>
        </p:nvSpPr>
        <p:spPr>
          <a:xfrm>
            <a:off x="4700964" y="4050832"/>
            <a:ext cx="4573037" cy="1096899"/>
          </a:xfrm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b="1" dirty="0">
                <a:ln/>
                <a:solidFill>
                  <a:schemeClr val="accent4"/>
                </a:solidFill>
              </a:rPr>
              <a:t>New Employee Orientation</a:t>
            </a:r>
          </a:p>
        </p:txBody>
      </p:sp>
      <p:sp>
        <p:nvSpPr>
          <p:cNvPr id="26" name="Rectangle 27" descr="OZ0dy/l+tx7uoaf0LpOlxxMZm6PcAys/E5py6jzpy9K2gBOF+kowrcXyzP3daoT6sc5Rvp5u6HhQeK534HUukVCwDZS5t3qK-~2V0R5A5RMZO/ofEEMmqzSQ==">
            <a:extLst>
              <a:ext uri="{FF2B5EF4-FFF2-40B4-BE49-F238E27FC236}">
                <a16:creationId xmlns:a16="http://schemas.microsoft.com/office/drawing/2014/main" id="{C29C3C96-CB51-440C-B12F-E880D7386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8" descr="qYky7ZoGNkmYoLCqFuOhLGZJQOF869EJCD3m1kxaDs4iOtN6R6Tg6USb0ZxfK/8PzvjCf1ZX3lVeAfPiLiYs3PHZULtXdY6A-~1M2fTAuvqmk3EsTUFyILfw==">
            <a:extLst>
              <a:ext uri="{FF2B5EF4-FFF2-40B4-BE49-F238E27FC236}">
                <a16:creationId xmlns:a16="http://schemas.microsoft.com/office/drawing/2014/main" id="{17070EE5-FA55-4C41-AD18-785E5F0234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9" descr="WL51iUoNR+L38KLEgGbpqlnbXmPqRmqVhqbwSNmrBBYGOvk2AXxTkw/me4ErXAAsc4WYmu6Jd7dbw6RMvD9wGfgUinaimMO9-~6Wf+PA4B2UMJ3CGOmO9uwg==">
            <a:extLst>
              <a:ext uri="{FF2B5EF4-FFF2-40B4-BE49-F238E27FC236}">
                <a16:creationId xmlns:a16="http://schemas.microsoft.com/office/drawing/2014/main" id="{726DD974-2DC0-457D-B797-BFB5EB6F43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Isosceles Triangle 31" descr="OGC2IHZytewaWzUT7U6NeWyN2QJ/o3v2xa7seH/RihT+4HgrPbkWan56TUnP14om56/uMllxBS/e4+MYwYww1+G8yX4GaUNL-~saGKKaY538yvB8KkkgR9GQ==">
            <a:extLst>
              <a:ext uri="{FF2B5EF4-FFF2-40B4-BE49-F238E27FC236}">
                <a16:creationId xmlns:a16="http://schemas.microsoft.com/office/drawing/2014/main" id="{EF9AFB1C-D978-4634-9E2D-78B7F70F5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96ECA-3625-1006-B5D1-056AF1D68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E21E0A-ACF0-4726-8BD6-09D7FEABC2C3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6F8CF-B1D9-7BB8-1772-BE4350BBD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AEFADE-9108-54CA-7920-A53F4DD57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4492856"/>
      </p:ext>
    </p:extLst>
  </p:cSld>
  <p:clrMapOvr>
    <a:masterClrMapping/>
  </p:clrMapOvr>
  <p:transition spd="med">
    <p:wipe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 descr="licOT8rs8l7R5JfbDTMZ3XO3AXBK3Si8OGm5aGTSc6A1pDo9V6m952vnFdRtDzO/gAsr+K4MUI+iRkYS3+uWsK+l3hf1FXAf-~RDf8KsgLq9FLKF2Vu6r5VQ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 descr="IJ9tZllYpkIl1gw8PgmfglKomy+WOFjNIUNbqeD/gG8SGNP2iMaJ+SWHqYwzfk3dwyi+cx6+b+e/FJeepm0g0Ahc9TYY4Xci-~EXI2kU1Hr7hjjVA8pWTfPg=="/>
          <p:cNvSpPr>
            <a:spLocks noGrp="1"/>
          </p:cNvSpPr>
          <p:nvPr>
            <p:ph type="title"/>
          </p:nvPr>
        </p:nvSpPr>
        <p:spPr>
          <a:xfrm>
            <a:off x="1797666" y="1752600"/>
            <a:ext cx="8596668" cy="3403600"/>
          </a:xfrm>
          <a:solidFill>
            <a:schemeClr val="bg2">
              <a:lumMod val="9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sz="2800" b="1" i="1" dirty="0">
                <a:ln w="0"/>
                <a:solidFill>
                  <a:schemeClr val="tx1"/>
                </a:solidFill>
              </a:rPr>
              <a:t>Our goal is to ensure that all employees of Big Valley Ranch Resorts are aware of our mission, values, and safety practices.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2045FC-F0C8-AC02-B54A-8D959B9E1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8C7D24-ECC2-4845-B0FD-DA78F444429C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BFABC6-2A64-3D6B-4096-2DA979616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2F57CE-2F3D-D7FA-3166-2CDA35011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723392"/>
      </p:ext>
    </p:extLst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OVR0a0fMEJCs+sIBvfMXJmtynpMtOzSrw1W3T2iHNLXqS0BA9T6Y8xJV4KDKuHfLL1/ZSzxrIrj3GY6cH5ZNY1pHpNABJRvY-~et3D5hWYMt0STw/nmQaAMg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83ogxzP/wrRHeCaBrWffyelvewX1DqP96mRVRwyM7XeFY+rxwNtDkMrmqpGu4XT3mqIWBD/KBWDjXWOKiI3+R2imWsQcqv1A-~/Ddu6Q38EjSmbUjuKUbWsw==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Schedule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EB590927-82BA-B371-D5F9-01323D478C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4321544"/>
              </p:ext>
            </p:extLst>
          </p:nvPr>
        </p:nvGraphicFramePr>
        <p:xfrm>
          <a:off x="677334" y="2160589"/>
          <a:ext cx="8596668" cy="38807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3B7D6-BAB7-9FAF-7E0B-EB02F4C47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B8FB855-8578-4F25-A133-FC7827A6504F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4AFDD1-4847-48ED-2DA0-7E53D2886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95D013-9DC7-8B42-17D9-B2319DD59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1093215"/>
      </p:ext>
    </p:extLst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Sa8FCiNdVQLNPzDwd3NYOeon98PUFfDrkOhn4ozj9vAEyxU0aaEaG2QZnBFC9Jm4EEWs3OCpIhTngh513Zx86PQ6H3IP9XNQ-~QoNKUUnN7qQny3OjuSTY8A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 descr="NYXanQm1sFB/znrupVBeB42e/k4dzfw2z9hRMAw09k8JaCdVqr9eFZQ8EP/P90+Cbf/UpWDLYszsIwKswUCcqrw78+IzR8fZ-~mC4Icjdpl3IUj2jrx3m6DA==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Schedule Details</a:t>
            </a:r>
          </a:p>
        </p:txBody>
      </p:sp>
      <p:sp>
        <p:nvSpPr>
          <p:cNvPr id="8" name="Text Placeholder 7" descr="GM0JoWIRBmLRk1GBX/tA7Kgd/J2NnD3s8Oof41XloCile6gUjlMAJdVUf0thsMXHcuPyi8l7QaKX5G7WA4Su5q2ukubtmwOl-~r/nIAWRUgCOocYQXki+x3Q==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One</a:t>
            </a:r>
          </a:p>
        </p:txBody>
      </p:sp>
      <p:sp>
        <p:nvSpPr>
          <p:cNvPr id="9" name="Content Placeholder 8" descr="VSmvD5Khdpa8xDkPtbfVqo5wBVhk1MGmVoL1GpObIterZGh6p3kFbay4OiEBMnMD70JWVdmPCMnfWW7N3AS1dqXKNBt3ZqlW-~OhnpwWbpFYXy9KHX0fioPw==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/>
              <a:t>Human Resources overview</a:t>
            </a:r>
          </a:p>
          <a:p>
            <a:pPr>
              <a:buFont typeface="+mj-lt"/>
              <a:buAutoNum type="arabicPeriod"/>
            </a:pPr>
            <a:r>
              <a:rPr lang="en-US" dirty="0"/>
              <a:t>Overview of company history</a:t>
            </a:r>
          </a:p>
          <a:p>
            <a:pPr>
              <a:buFont typeface="+mj-lt"/>
              <a:buAutoNum type="arabicPeriod"/>
            </a:pPr>
            <a:r>
              <a:rPr lang="en-US" dirty="0"/>
              <a:t>Employee benefits and payroll overview</a:t>
            </a:r>
          </a:p>
        </p:txBody>
      </p:sp>
      <p:sp>
        <p:nvSpPr>
          <p:cNvPr id="10" name="Text Placeholder 9" descr="RV5E2bNlKOdFNdR3rZmchbn2scxbIRWIEWjOpxBhYs1kMtIAiEfCsdNSqyj+Px6Q0dG08p87efdCkKOP4bouAZj+M4ONl0yl-~gm40iYt0fUAoyeVU5NxQWw==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Day Two</a:t>
            </a:r>
            <a:endParaRPr lang="en-US" dirty="0"/>
          </a:p>
        </p:txBody>
      </p:sp>
      <p:sp>
        <p:nvSpPr>
          <p:cNvPr id="11" name="Content Placeholder 10" descr="R8iAjpC5i4H/zbdTrx5kuwQ5IotDuSGXymAsK8yJbJPXssCJYsVbFPYrZhBWmHApMqEzblRmZKlfNFn0AwXul4Mx9kzvGH7k-~VCmMz2iuOdu9XYWTwhf28g==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/>
              <a:t>Ranch tour including safety</a:t>
            </a:r>
          </a:p>
          <a:p>
            <a:pPr>
              <a:buFont typeface="+mj-lt"/>
              <a:buAutoNum type="arabicPeriod"/>
            </a:pPr>
            <a:r>
              <a:rPr lang="en-US" dirty="0"/>
              <a:t>Training seminars specific to employee job classification</a:t>
            </a:r>
          </a:p>
          <a:p>
            <a:pPr>
              <a:buFont typeface="+mj-lt"/>
              <a:buAutoNum type="arabicPeriod"/>
            </a:pPr>
            <a:r>
              <a:rPr lang="en-US" dirty="0"/>
              <a:t>Supervisor meetings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4FFC35-D141-AC0A-ACF3-8EAD9D8F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2E5B4A3-8A3E-4E83-9403-72418259DC6A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4E7B65-8CE1-A672-0800-D0276BF34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53310-2CBC-2242-6E90-54E3AED29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6350781"/>
      </p:ext>
    </p:extLst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 descr="nqzhxIZi4+KFUSVucdkI9LzakusOnolpq5av3S2aM2+YyPjUeiRBq7ArN++4nmuLOxmQ7U2icQjCihIEU40n6GNS3L15ax4/-~WgPxovXpz1LxT+WlzILV7g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Yt3JwsNs+S0ZcF2Vw+xnWbqcgdvLpKH8NbFM8GW5ELkIhms0o5Rr9edkJVEnalfy/vn89zqhyKBPLyerr8ZmvMClUA6lgNGL-~/ZF691NhxAzNB9q+gk7OXQ=="/>
          <p:cNvSpPr>
            <a:spLocks noGrp="1"/>
          </p:cNvSpPr>
          <p:nvPr>
            <p:ph type="title"/>
          </p:nvPr>
        </p:nvSpPr>
        <p:spPr>
          <a:xfrm>
            <a:off x="1797666" y="609600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Day Three—Safety</a:t>
            </a:r>
          </a:p>
        </p:txBody>
      </p:sp>
      <p:sp>
        <p:nvSpPr>
          <p:cNvPr id="7" name="Content Placeholder 6" descr="7usAPYIFx/TnAHbk58WS3j9hMY5IcW72twOxRk23eWBM+YfaGXtJO0QXlAl0I0+6bP0mty8j0RDacXsv4HRDtyT7iGfr///i-~BkAT0WwuwLfn9NSD6OTTjQ=="/>
          <p:cNvSpPr>
            <a:spLocks noGrp="1"/>
          </p:cNvSpPr>
          <p:nvPr>
            <p:ph sz="half" idx="1"/>
          </p:nvPr>
        </p:nvSpPr>
        <p:spPr>
          <a:xfrm>
            <a:off x="677334" y="2053734"/>
            <a:ext cx="5266266" cy="3880772"/>
          </a:xfrm>
        </p:spPr>
        <p:txBody>
          <a:bodyPr>
            <a:normAutofit/>
          </a:bodyPr>
          <a:lstStyle/>
          <a:p>
            <a:r>
              <a:rPr lang="en-US" sz="2800" dirty="0"/>
              <a:t>First aid training</a:t>
            </a:r>
          </a:p>
          <a:p>
            <a:r>
              <a:rPr lang="en-US" sz="2800" dirty="0"/>
              <a:t>Emergency response</a:t>
            </a:r>
          </a:p>
          <a:p>
            <a:r>
              <a:rPr lang="en-US" sz="2800" dirty="0"/>
              <a:t>CPR</a:t>
            </a:r>
          </a:p>
          <a:p>
            <a:r>
              <a:rPr lang="en-US" sz="2800" dirty="0"/>
              <a:t>Fire alarms and evacuations</a:t>
            </a:r>
          </a:p>
          <a:p>
            <a:r>
              <a:rPr lang="en-US" sz="2800" dirty="0"/>
              <a:t>Lost children procedures</a:t>
            </a:r>
          </a:p>
          <a:p>
            <a:r>
              <a:rPr lang="en-US" sz="2800" dirty="0"/>
              <a:t>Notification process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222998B-C8B6-5CBD-673A-6410FD8133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6858001" y="2389992"/>
            <a:ext cx="4810123" cy="3208315"/>
          </a:xfr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8CD197-61ED-D375-3D92-41791756C9D5}"/>
              </a:ext>
            </a:extLst>
          </p:cNvPr>
          <p:cNvSpPr txBox="1"/>
          <p:nvPr/>
        </p:nvSpPr>
        <p:spPr>
          <a:xfrm>
            <a:off x="3082194" y="6488668"/>
            <a:ext cx="6027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employees will be tested on park safety procedures! 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B7656541-9351-0214-2672-79ED0D91B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76B2BB-06A0-4E77-B110-114C0C984CC2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7F91F4B-A550-471C-27A5-58AD327E3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46CDA25-3165-36FC-4F81-8DCFFE138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4761558"/>
      </p:ext>
    </p:extLst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 descr="6ctr9QtH6wmL0tx7J7CJFjqIOgXJ3yCY2G4ZBenDOIVdRch4HhmUTDMCdHpwTyKGyBP0KyUGQrbPfNR8XudSUY9OxJFfjJ/O-~1q5dBrKCo3E++4aTLNcbdQ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mond 1">
            <a:extLst>
              <a:ext uri="{FF2B5EF4-FFF2-40B4-BE49-F238E27FC236}">
                <a16:creationId xmlns:a16="http://schemas.microsoft.com/office/drawing/2014/main" id="{302FF7E2-C546-F339-95C7-04DE9648ADB9}"/>
              </a:ext>
            </a:extLst>
          </p:cNvPr>
          <p:cNvSpPr/>
          <p:nvPr/>
        </p:nvSpPr>
        <p:spPr>
          <a:xfrm>
            <a:off x="2438400" y="685800"/>
            <a:ext cx="7315200" cy="5486400"/>
          </a:xfrm>
          <a:prstGeom prst="diamond">
            <a:avLst/>
          </a:prstGeom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Big Valley Ranch Welcomes You!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BDA8FD-AF40-EDC8-940E-E2E9FE1E8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DD5025C-4536-4E3E-B89A-ABE60835F4CB}" type="datetime1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04/19/2026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320B08-DF16-A471-3FDC-C42BBA00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2G_Orientation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A3C80E-4F2D-5A73-2484-0026B5A42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CED57B9-9E9A-4BC6-80A9-0D58715E11F6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D34817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D34817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0282695"/>
      </p:ext>
    </p:extLst>
  </p:cSld>
  <p:clrMapOvr>
    <a:masterClrMapping/>
  </p:clrMapOvr>
  <p:transition spd="med">
    <p:wipe dir="r"/>
  </p:transition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project>
  <id>7OwjghzJE9asqUNVlMDdS0yNUJPMdqFQ3sPv2zh55O6/CO52WbiCjCajodb1915GJK3hr4K2j6XGVmd9Llc0ro077ot9GCo6-~FldZGcckXnkVco9uFmhwMw==#@#10954702#@#4/7/2021 9:49:51 PM</id>
</project>
</file>

<file path=customXml/itemProps1.xml><?xml version="1.0" encoding="utf-8"?>
<ds:datastoreItem xmlns:ds="http://schemas.openxmlformats.org/officeDocument/2006/customXml" ds:itemID="{51BA5174-F36A-4C11-99F4-A541F161F758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325</TotalTime>
  <Words>151</Words>
  <Application>Microsoft Office PowerPoint</Application>
  <PresentationFormat>Widescreen</PresentationFormat>
  <Paragraphs>50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Trebuchet MS</vt:lpstr>
      <vt:lpstr>Wingdings 3</vt:lpstr>
      <vt:lpstr>Facet</vt:lpstr>
      <vt:lpstr>Welcome to Big Valley Ranch</vt:lpstr>
      <vt:lpstr>Our goal is to ensure that all employees of Big Valley Ranch Resorts are aware of our mission, values, and safety practices. </vt:lpstr>
      <vt:lpstr>Schedule</vt:lpstr>
      <vt:lpstr>Schedule Details</vt:lpstr>
      <vt:lpstr>Day Three—Safety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Big Valley Ranch</dc:title>
  <dc:creator>GO! Series</dc:creator>
  <cp:keywords>orientation</cp:keywords>
  <cp:lastModifiedBy>Tristen Weaver</cp:lastModifiedBy>
  <cp:revision>9</cp:revision>
  <dcterms:created xsi:type="dcterms:W3CDTF">2015-06-26T12:45:47Z</dcterms:created>
  <dcterms:modified xsi:type="dcterms:W3CDTF">2026-04-20T01:12:20Z</dcterms:modified>
</cp:coreProperties>
</file>