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2"/>
  </p:sldMasterIdLst>
  <p:notesMasterIdLst>
    <p:notesMasterId r:id="rId8"/>
  </p:notesMasterIdLst>
  <p:handoutMasterIdLst>
    <p:handoutMasterId r:id="rId9"/>
  </p:handoutMasterIdLst>
  <p:sldIdLst>
    <p:sldId id="257" r:id="rId3"/>
    <p:sldId id="260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9CFB99-17DA-10B9-76F3-572EE08863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9A614-10A5-48B1-D659-227FE5F837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A52AF-7FBD-4124-95FB-9FF8B5BC6E41}" type="datetime1">
              <a:rPr lang="en-US" smtClean="0"/>
              <a:t>04/12/2026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1A79A-04E4-43C8-6562-57FA920A9D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1G_Northern_Lights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8D831-D4BF-18EC-3BEA-F350712AAC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AD8DF-DEB9-42F6-B5ED-45D162691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91858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D7B2F-727A-4499-A616-BCBB8E5ACEFB}" type="datetime1">
              <a:rPr lang="en-US" smtClean="0"/>
              <a:t>04/12/2026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1G_Northern_Lights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3F39C-E756-4C34-A576-800A33245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0052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lights reach their peak in September and March.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3F39C-E756-4C34-A576-800A3324574E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F42DC-79B7-0A81-C03D-0DEA4B5185C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2153880-EE62-4857-AF54-0680DB7530C8}" type="datetime1">
              <a:rPr lang="en-US" smtClean="0"/>
              <a:t>04/12/2026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5160D-3F53-A91C-44B5-1D55CBAA6E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1G_Northern_Lights</a:t>
            </a:r>
          </a:p>
        </p:txBody>
      </p:sp>
    </p:spTree>
    <p:extLst>
      <p:ext uri="{BB962C8B-B14F-4D97-AF65-F5344CB8AC3E}">
        <p14:creationId xmlns:p14="http://schemas.microsoft.com/office/powerpoint/2010/main" val="950562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2"/>
            <a:ext cx="8825659" cy="3329581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39E4C-E61E-4E30-BBE5-E469614A2B6A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051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0B3A-479B-4CB9-A9A0-7E1CEFE9CC34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603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2861735"/>
            <a:ext cx="8825657" cy="1915647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4C12-0B34-4AF0-97FB-9420F3B5E068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228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3" y="2060577"/>
            <a:ext cx="4396339" cy="41957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4" y="2056093"/>
            <a:ext cx="4396341" cy="4200245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D0E7-61A0-46B1-A306-DD0B34F2E260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446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3" y="2514600"/>
            <a:ext cx="4396339" cy="3741738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6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6" y="2514600"/>
            <a:ext cx="4396339" cy="3741738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8F4-C859-4BC6-A2E6-D26B2A49EFCB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542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EB628-04A5-4341-801A-6084FCB0705D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025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D39DE-5D1F-47CC-837C-EA8D05FA1E13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042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3401064" cy="144780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2"/>
            <a:ext cx="3401063" cy="28955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CE8D-85DE-43F5-A64B-2A655F465C10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525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7" cy="1574808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7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83B5-B6C4-4BA1-89D1-428FFB1333A7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006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9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9F383-B102-4882-B89F-C66F40DC2514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85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9" cy="19812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1258-0034-48E0-B121-72552E386D3A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172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1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66FCA-BD13-4AA4-986A-88EDBE5E6B35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8295" y="971255"/>
            <a:ext cx="801912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1" y="2613789"/>
            <a:ext cx="801912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5995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3124201"/>
            <a:ext cx="8825660" cy="165318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6534-6ED3-4EE5-A592-DEA66E70FF6F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366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7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61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5" y="2667000"/>
            <a:ext cx="294679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1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ECB5-A191-402F-A248-D49A393C095C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73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1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1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3"/>
            <a:ext cx="2940051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6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5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2"/>
            <a:ext cx="2934407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701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6" y="4827210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A48D1-4703-471D-99A4-8170F9356B2F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537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540A-30CD-40DC-AE31-8AEB51951DC2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707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3" y="430215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4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F087-2D53-4FB3-BA4B-8783917CAD2D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81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533400"/>
            <a:ext cx="107696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0" y="4114800"/>
            <a:ext cx="8511403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C8D8-9F47-4586-8723-1416EE988C82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942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1" y="2669687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1" y="2892349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3" y="2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3" y="6096000"/>
            <a:ext cx="99373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20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41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43EA4ED-D40F-43C4-9328-0B90F9D235E6}" type="datetime1">
              <a:rPr lang="en-US" smtClean="0">
                <a:solidFill>
                  <a:srgbClr val="146194">
                    <a:lumMod val="50000"/>
                  </a:srgbClr>
                </a:solidFill>
              </a:rPr>
              <a:t>04/12/2026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5" y="322529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2" y="295731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878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</p:sldLayoutIdLst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NtCG3o/hP4IxvBT4At/SaQ8rhxbCZj2sIXZGVYB6YGngKco9G45Q6QidJ6aBJTDG08ghEieLCu6xX1nA8qsSh6vEgxEGr3l3-~TuOIwllSghi6kBwNEtDWFg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HvRhZpLpIViW2a/Wd8+H5mgJFgJUr2sZdN7/CvIeBogo94Tt3LwEFBuz9fupUOh5NYh/ziIWyhCBWaRzySZxdYYdybJlu16T-~oAVxiIRMafWeaAdBFbKo1w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Northern Lights</a:t>
            </a:r>
          </a:p>
        </p:txBody>
      </p:sp>
      <p:sp>
        <p:nvSpPr>
          <p:cNvPr id="3" name="Subtitle 2" descr="QR+JSXpNU45BtTdlMhqyWXP3vD5PEqofJ7ay+rkjwUhbhD2wK9DunMacNKnf4RkUpeIOtZqyDyKN61P7K3Wyr4LxptsJLuaZ-~YfdDCGEFiLGyRQhmsaxaZw==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Nature’s Most Spectacular Light show</a:t>
            </a:r>
          </a:p>
        </p:txBody>
      </p:sp>
    </p:spTree>
    <p:extLst>
      <p:ext uri="{BB962C8B-B14F-4D97-AF65-F5344CB8AC3E}">
        <p14:creationId xmlns:p14="http://schemas.microsoft.com/office/powerpoint/2010/main" val="771467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PBKSilhAQg0I6uxDBTl3ZDV9pS9KUpWqxjZzWv+1t32OXVerqyEvQHVRPdm3w5rTmW6HdbdJxykN08zXDvMSh1wUtmok4v/5-~1GSO68UzF+4kCyqWEgGHnA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vPYmLX1fCyThiXOCq3f9YB/8qE5Tsao7qQz4KkPgkkPIPvBsIOINcWFg3sPqbaEVxD+Pad8s/rcuG2913bO9iyrXAVA9/kuF-~ILwCDq9A+pxFbwLu4HPE3Q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Aurora Borealis</a:t>
            </a:r>
            <a:endParaRPr lang="en-US" dirty="0"/>
          </a:p>
        </p:txBody>
      </p:sp>
      <p:pic>
        <p:nvPicPr>
          <p:cNvPr id="5" name="Picture Placeholder 4#@#ujAk6M6/U4BI7LLLQTRNKhLyuC9OzRVcavtfGbJHaPMLoN+lWrYCCX4TbVtNdFY1HCoN0PnF20Ff/0rmc3HtzTQszdzfLWSW-~cgF7Uugy2f/hAdFgXaRvcg==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5027" y="1098570"/>
            <a:ext cx="3106346" cy="46608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Placeholder 3" descr="byW4cXZE5CgC8JeTWHH8+NKxC1inbUyt+n+kDpLyDa3gH7QUQOrdm+ETFuvEdSRNZd8aISuKqfBSJpyEA0i5FtisGk1GXqb4-~KppWI385HKzB4b/bCSjLfw==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Ribbons of blue, green, pink, and purple luminescence that are caused by the collisions of electrically charged particles in the atmosphere.</a:t>
            </a:r>
          </a:p>
        </p:txBody>
      </p:sp>
    </p:spTree>
    <p:extLst>
      <p:ext uri="{BB962C8B-B14F-4D97-AF65-F5344CB8AC3E}">
        <p14:creationId xmlns:p14="http://schemas.microsoft.com/office/powerpoint/2010/main" val="2192458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dbekvCdqofmrHNBuOzD7A3Ci9JuGCOhb19DeKRII0WMiU1sWxtEpLb4FDVsLZIrQPu40mC23UuXf5eh1hsu5ZO1bImYBwNAX-~aHpVQMLF84Lxzccg1U5++g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rXvD1zdx51k+ZyNq7qNGbc57KtOE54MwEyY05NdJW8Zi9HVIA3QjvVYXlFasfU1gXepQHkwFia92ghn+XN5lcfxn2nsJ+Vf5-~vh3SkMnYog+i9KdTX/HRgQ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Northern Lights Ideal Viewing Conditions</a:t>
            </a:r>
          </a:p>
        </p:txBody>
      </p:sp>
      <p:sp>
        <p:nvSpPr>
          <p:cNvPr id="3" name="Content Placeholder 2" descr="9h5OMIU3P2tK3TqcvO6gVaynNWBQ9WPXNlOiIqz/MCfubJfaKyAF8F/l7o0VF3pDDf65oXDPRyf8cQp0pKO7GLBBb1EcwpRo-~rpoz6SWDeME7VxQ12KAq8w==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time for viewing</a:t>
            </a:r>
          </a:p>
          <a:p>
            <a:pPr lvl="1"/>
            <a:r>
              <a:rPr lang="en-US" dirty="0"/>
              <a:t>Late fall and early spring</a:t>
            </a:r>
          </a:p>
          <a:p>
            <a:pPr lvl="1"/>
            <a:r>
              <a:rPr lang="en-US" dirty="0"/>
              <a:t>Between 10 p.m. and 2 a.m.</a:t>
            </a:r>
          </a:p>
          <a:p>
            <a:r>
              <a:rPr lang="en-US" dirty="0"/>
              <a:t>Fairbanks</a:t>
            </a:r>
          </a:p>
          <a:p>
            <a:pPr lvl="1"/>
            <a:r>
              <a:rPr lang="en-US" dirty="0"/>
              <a:t>Ideal location due to distance from equator</a:t>
            </a:r>
          </a:p>
          <a:p>
            <a:r>
              <a:rPr lang="en-US" dirty="0"/>
              <a:t>Clear skies with little moonlight are ideal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232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EyNoHvBwJIaicNt9LyVo8f9vATOR+YlDXfh3ap/TR8JVhHndqY1JSEy8zXsrlRm4ov4qpYe5uA2AUYrxi4cv+GxPSpdb8Gw4-~4rZ7pk1/nyKfOTsUYyFIzw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 descr="CtKcOAPplDh1H91JA5/M86UaBu22VDISeAuONH5wGRmicsTbZk94ytshu3XoLHgGH9NHYq7bNQkZI5fh6SqPyUquuYcFeEE0-~Tq/qeowSnUfL4MycpvpP9A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Viewing the Lights from Fairbanks</a:t>
            </a:r>
            <a:endParaRPr lang="en-US" dirty="0"/>
          </a:p>
        </p:txBody>
      </p:sp>
      <p:sp>
        <p:nvSpPr>
          <p:cNvPr id="17" name="Content Placeholder 16" descr="VLXiY2cCBxOu7d+Csi4ppN1sR+t2ayveObcXRbcfH31gRZo4eDLWSn+fpZHXCuhV7kRb8elVAni9s7yePxiMMZlt1jGb/+26-~oj16vLkVJw7TlKvWUa/xcQ==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Cleary Summit</a:t>
            </a:r>
          </a:p>
          <a:p>
            <a:r>
              <a:rPr lang="en-US"/>
              <a:t>Chena Lakes Recreation Area</a:t>
            </a:r>
          </a:p>
          <a:p>
            <a:r>
              <a:rPr lang="en-US"/>
              <a:t>Steese Highway</a:t>
            </a:r>
          </a:p>
          <a:p>
            <a:r>
              <a:rPr lang="en-US"/>
              <a:t>Ester Dome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C2BF27-9D6E-A0FC-B994-1079D9E783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5" y="2690813"/>
            <a:ext cx="4395788" cy="29305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22918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B4E1-2444-53CD-C9AF-2572B3CF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Fairbanks and View the Northern Lights!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DA3A7-FEB6-53B4-EFF9-A7A67C0D3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With Global Adventure Travel</a:t>
            </a:r>
          </a:p>
        </p:txBody>
      </p:sp>
    </p:spTree>
    <p:extLst>
      <p:ext uri="{BB962C8B-B14F-4D97-AF65-F5344CB8AC3E}">
        <p14:creationId xmlns:p14="http://schemas.microsoft.com/office/powerpoint/2010/main" val="2012419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F2F71A5B-1F0B-418D-985B-C5A2649AAC4D}" vid="{2C8725A0-2CF4-43A5-A662-9BF0002403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project>
  <id>oztlk6xGA8ggj9UVwo74hyuU3C3eZEiFNMWSR5EBiqJx8LRiBe1Wxi/yJr6R+wDmGpAnZilLiOsQEtKdDb0YqAwu6vzLctBU-~T/kTjfsLHQxLHLXQAngbGw==#@#11034602#@#3/21/2018 6:15:42 PM</id>
</project>
</file>

<file path=customXml/itemProps1.xml><?xml version="1.0" encoding="utf-8"?>
<ds:datastoreItem xmlns:ds="http://schemas.openxmlformats.org/officeDocument/2006/customXml" ds:itemID="{942FFDC7-C54A-48AD-8691-13401975720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121</Words>
  <Application>Microsoft Office PowerPoint</Application>
  <PresentationFormat>Widescreen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Century Gothic</vt:lpstr>
      <vt:lpstr>Wingdings 3</vt:lpstr>
      <vt:lpstr>Ion</vt:lpstr>
      <vt:lpstr>The Northern Lights</vt:lpstr>
      <vt:lpstr>The Aurora Borealis</vt:lpstr>
      <vt:lpstr>Northern Lights Ideal Viewing Conditions</vt:lpstr>
      <vt:lpstr>Viewing the Lights from Fairbanks</vt:lpstr>
      <vt:lpstr>Visit Fairbanks and View the Northern Lights!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North Lights</dc:title>
  <dc:creator>GO! Series</dc:creator>
  <cp:keywords>northern lights, Fairbanks</cp:keywords>
  <cp:lastModifiedBy>Tristen Weaver</cp:lastModifiedBy>
  <cp:revision>1</cp:revision>
  <dcterms:created xsi:type="dcterms:W3CDTF">2015-05-17T15:09:35Z</dcterms:created>
  <dcterms:modified xsi:type="dcterms:W3CDTF">2026-04-12T16:42:30Z</dcterms:modified>
</cp:coreProperties>
</file>