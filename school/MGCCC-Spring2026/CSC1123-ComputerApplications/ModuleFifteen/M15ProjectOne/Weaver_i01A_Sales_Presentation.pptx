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2"/>
  </p:sldMasterIdLst>
  <p:sldIdLst>
    <p:sldId id="256" r:id="rId3"/>
    <p:sldId id="257" r:id="rId4"/>
    <p:sldId id="261" r:id="rId5"/>
    <p:sldId id="262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54" d="100"/>
          <a:sy n="54" d="100"/>
        </p:scale>
        <p:origin x="114" y="13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smus\Documents\GitHub\ProjectPortfolio\school\MGCCC-Spring2026\CSC1123-ComputerApplications\ModuleFifteen\M15ProjectOne\Weaver_Tristen_1A_Sales_Char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smus\Documents\GitHub\ProjectPortfolio\school\MGCCC-Spring2026\CSC1123-ComputerApplications\ModuleFifteen\M15ProjectOne\Weaver_Tristen_1A_Sales_Char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pPr>
            <a:r>
              <a:rPr lang="en-US"/>
              <a:t>Retail Sales by State</a:t>
            </a:r>
          </a:p>
          <a:p>
            <a:pPr>
              <a:defRPr/>
            </a:pP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Sales!$B$3</c:f>
              <c:strCache>
                <c:ptCount val="1"/>
                <c:pt idx="0">
                  <c:v>Colorado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Sales!$A$4:$A$15</c:f>
              <c:strCache>
                <c:ptCount val="12"/>
                <c:pt idx="0">
                  <c:v>Fishing</c:v>
                </c:pt>
                <c:pt idx="1">
                  <c:v>Camping</c:v>
                </c:pt>
                <c:pt idx="2">
                  <c:v>Rock Climbing</c:v>
                </c:pt>
                <c:pt idx="3">
                  <c:v>Winter Sports</c:v>
                </c:pt>
                <c:pt idx="4">
                  <c:v>Action Sports</c:v>
                </c:pt>
                <c:pt idx="5">
                  <c:v>Water Sports</c:v>
                </c:pt>
                <c:pt idx="6">
                  <c:v>Team Sports</c:v>
                </c:pt>
                <c:pt idx="7">
                  <c:v>Racquet Sports</c:v>
                </c:pt>
                <c:pt idx="8">
                  <c:v>Fitness</c:v>
                </c:pt>
                <c:pt idx="9">
                  <c:v>Golf</c:v>
                </c:pt>
                <c:pt idx="10">
                  <c:v>Apparel</c:v>
                </c:pt>
                <c:pt idx="11">
                  <c:v>Footwear</c:v>
                </c:pt>
              </c:strCache>
            </c:strRef>
          </c:cat>
          <c:val>
            <c:numRef>
              <c:f>Sales!$B$4:$B$15</c:f>
              <c:numCache>
                <c:formatCode>#,##0</c:formatCode>
                <c:ptCount val="12"/>
                <c:pt idx="0" formatCode="&quot;$&quot;#,##0.00">
                  <c:v>114626</c:v>
                </c:pt>
                <c:pt idx="1">
                  <c:v>995829</c:v>
                </c:pt>
                <c:pt idx="2">
                  <c:v>385958</c:v>
                </c:pt>
                <c:pt idx="3">
                  <c:v>1311794</c:v>
                </c:pt>
                <c:pt idx="4">
                  <c:v>241341</c:v>
                </c:pt>
                <c:pt idx="5">
                  <c:v>441172</c:v>
                </c:pt>
                <c:pt idx="6">
                  <c:v>726414</c:v>
                </c:pt>
                <c:pt idx="7">
                  <c:v>227458</c:v>
                </c:pt>
                <c:pt idx="8">
                  <c:v>1705677</c:v>
                </c:pt>
                <c:pt idx="9">
                  <c:v>217510</c:v>
                </c:pt>
                <c:pt idx="10">
                  <c:v>153986</c:v>
                </c:pt>
                <c:pt idx="11">
                  <c:v>129413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54-4443-9023-02C29EF7A6E6}"/>
            </c:ext>
          </c:extLst>
        </c:ser>
        <c:ser>
          <c:idx val="1"/>
          <c:order val="1"/>
          <c:tx>
            <c:strRef>
              <c:f>Sales!$C$3</c:f>
              <c:strCache>
                <c:ptCount val="1"/>
                <c:pt idx="0">
                  <c:v>New Mexico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Sales!$A$4:$A$15</c:f>
              <c:strCache>
                <c:ptCount val="12"/>
                <c:pt idx="0">
                  <c:v>Fishing</c:v>
                </c:pt>
                <c:pt idx="1">
                  <c:v>Camping</c:v>
                </c:pt>
                <c:pt idx="2">
                  <c:v>Rock Climbing</c:v>
                </c:pt>
                <c:pt idx="3">
                  <c:v>Winter Sports</c:v>
                </c:pt>
                <c:pt idx="4">
                  <c:v>Action Sports</c:v>
                </c:pt>
                <c:pt idx="5">
                  <c:v>Water Sports</c:v>
                </c:pt>
                <c:pt idx="6">
                  <c:v>Team Sports</c:v>
                </c:pt>
                <c:pt idx="7">
                  <c:v>Racquet Sports</c:v>
                </c:pt>
                <c:pt idx="8">
                  <c:v>Fitness</c:v>
                </c:pt>
                <c:pt idx="9">
                  <c:v>Golf</c:v>
                </c:pt>
                <c:pt idx="10">
                  <c:v>Apparel</c:v>
                </c:pt>
                <c:pt idx="11">
                  <c:v>Footwear</c:v>
                </c:pt>
              </c:strCache>
            </c:strRef>
          </c:cat>
          <c:val>
            <c:numRef>
              <c:f>Sales!$C$4:$C$15</c:f>
              <c:numCache>
                <c:formatCode>#,##0</c:formatCode>
                <c:ptCount val="12"/>
                <c:pt idx="0" formatCode="&quot;$&quot;#,##0.00">
                  <c:v>170698</c:v>
                </c:pt>
                <c:pt idx="1">
                  <c:v>155892</c:v>
                </c:pt>
                <c:pt idx="2">
                  <c:v>268934</c:v>
                </c:pt>
                <c:pt idx="3">
                  <c:v>1235790</c:v>
                </c:pt>
                <c:pt idx="4">
                  <c:v>955554</c:v>
                </c:pt>
                <c:pt idx="5">
                  <c:v>135576</c:v>
                </c:pt>
                <c:pt idx="6">
                  <c:v>391873</c:v>
                </c:pt>
                <c:pt idx="7">
                  <c:v>87232</c:v>
                </c:pt>
                <c:pt idx="8">
                  <c:v>1057227</c:v>
                </c:pt>
                <c:pt idx="9">
                  <c:v>139140</c:v>
                </c:pt>
                <c:pt idx="10">
                  <c:v>182169</c:v>
                </c:pt>
                <c:pt idx="11">
                  <c:v>127584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754-4443-9023-02C29EF7A6E6}"/>
            </c:ext>
          </c:extLst>
        </c:ser>
        <c:ser>
          <c:idx val="2"/>
          <c:order val="2"/>
          <c:tx>
            <c:strRef>
              <c:f>Sales!$D$3</c:f>
              <c:strCache>
                <c:ptCount val="1"/>
                <c:pt idx="0">
                  <c:v>Oregon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Sales!$A$4:$A$15</c:f>
              <c:strCache>
                <c:ptCount val="12"/>
                <c:pt idx="0">
                  <c:v>Fishing</c:v>
                </c:pt>
                <c:pt idx="1">
                  <c:v>Camping</c:v>
                </c:pt>
                <c:pt idx="2">
                  <c:v>Rock Climbing</c:v>
                </c:pt>
                <c:pt idx="3">
                  <c:v>Winter Sports</c:v>
                </c:pt>
                <c:pt idx="4">
                  <c:v>Action Sports</c:v>
                </c:pt>
                <c:pt idx="5">
                  <c:v>Water Sports</c:v>
                </c:pt>
                <c:pt idx="6">
                  <c:v>Team Sports</c:v>
                </c:pt>
                <c:pt idx="7">
                  <c:v>Racquet Sports</c:v>
                </c:pt>
                <c:pt idx="8">
                  <c:v>Fitness</c:v>
                </c:pt>
                <c:pt idx="9">
                  <c:v>Golf</c:v>
                </c:pt>
                <c:pt idx="10">
                  <c:v>Apparel</c:v>
                </c:pt>
                <c:pt idx="11">
                  <c:v>Footwear</c:v>
                </c:pt>
              </c:strCache>
            </c:strRef>
          </c:cat>
          <c:val>
            <c:numRef>
              <c:f>Sales!$D$4:$D$15</c:f>
              <c:numCache>
                <c:formatCode>#,##0</c:formatCode>
                <c:ptCount val="12"/>
                <c:pt idx="0" formatCode="&quot;$&quot;#,##0.00">
                  <c:v>164426</c:v>
                </c:pt>
                <c:pt idx="1">
                  <c:v>553209</c:v>
                </c:pt>
                <c:pt idx="2">
                  <c:v>577836</c:v>
                </c:pt>
                <c:pt idx="3">
                  <c:v>1529598</c:v>
                </c:pt>
                <c:pt idx="4">
                  <c:v>569370</c:v>
                </c:pt>
                <c:pt idx="5">
                  <c:v>781099</c:v>
                </c:pt>
                <c:pt idx="6">
                  <c:v>905204</c:v>
                </c:pt>
                <c:pt idx="7">
                  <c:v>214120</c:v>
                </c:pt>
                <c:pt idx="8">
                  <c:v>1991815</c:v>
                </c:pt>
                <c:pt idx="9">
                  <c:v>153813</c:v>
                </c:pt>
                <c:pt idx="10">
                  <c:v>162621</c:v>
                </c:pt>
                <c:pt idx="11">
                  <c:v>116225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754-4443-9023-02C29EF7A6E6}"/>
            </c:ext>
          </c:extLst>
        </c:ser>
        <c:ser>
          <c:idx val="3"/>
          <c:order val="3"/>
          <c:tx>
            <c:strRef>
              <c:f>Sales!$E$3</c:f>
              <c:strCache>
                <c:ptCount val="1"/>
                <c:pt idx="0">
                  <c:v>Washington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Sales!$A$4:$A$15</c:f>
              <c:strCache>
                <c:ptCount val="12"/>
                <c:pt idx="0">
                  <c:v>Fishing</c:v>
                </c:pt>
                <c:pt idx="1">
                  <c:v>Camping</c:v>
                </c:pt>
                <c:pt idx="2">
                  <c:v>Rock Climbing</c:v>
                </c:pt>
                <c:pt idx="3">
                  <c:v>Winter Sports</c:v>
                </c:pt>
                <c:pt idx="4">
                  <c:v>Action Sports</c:v>
                </c:pt>
                <c:pt idx="5">
                  <c:v>Water Sports</c:v>
                </c:pt>
                <c:pt idx="6">
                  <c:v>Team Sports</c:v>
                </c:pt>
                <c:pt idx="7">
                  <c:v>Racquet Sports</c:v>
                </c:pt>
                <c:pt idx="8">
                  <c:v>Fitness</c:v>
                </c:pt>
                <c:pt idx="9">
                  <c:v>Golf</c:v>
                </c:pt>
                <c:pt idx="10">
                  <c:v>Apparel</c:v>
                </c:pt>
                <c:pt idx="11">
                  <c:v>Footwear</c:v>
                </c:pt>
              </c:strCache>
            </c:strRef>
          </c:cat>
          <c:val>
            <c:numRef>
              <c:f>Sales!$E$4:$E$15</c:f>
              <c:numCache>
                <c:formatCode>#,##0</c:formatCode>
                <c:ptCount val="12"/>
                <c:pt idx="0" formatCode="&quot;$&quot;#,##0.00">
                  <c:v>181949</c:v>
                </c:pt>
                <c:pt idx="1">
                  <c:v>709689</c:v>
                </c:pt>
                <c:pt idx="2">
                  <c:v>916656</c:v>
                </c:pt>
                <c:pt idx="3">
                  <c:v>1482004</c:v>
                </c:pt>
                <c:pt idx="4">
                  <c:v>626958</c:v>
                </c:pt>
                <c:pt idx="5">
                  <c:v>960370</c:v>
                </c:pt>
                <c:pt idx="6">
                  <c:v>348089</c:v>
                </c:pt>
                <c:pt idx="7">
                  <c:v>176340</c:v>
                </c:pt>
                <c:pt idx="8">
                  <c:v>1675831</c:v>
                </c:pt>
                <c:pt idx="9">
                  <c:v>141593</c:v>
                </c:pt>
                <c:pt idx="10">
                  <c:v>144327</c:v>
                </c:pt>
                <c:pt idx="11">
                  <c:v>175424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754-4443-9023-02C29EF7A6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9"/>
        <c:axId val="1226942304"/>
        <c:axId val="1226944224"/>
      </c:barChart>
      <c:catAx>
        <c:axId val="122694230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26944224"/>
        <c:crosses val="autoZero"/>
        <c:auto val="1"/>
        <c:lblAlgn val="ctr"/>
        <c:lblOffset val="100"/>
        <c:noMultiLvlLbl val="0"/>
      </c:catAx>
      <c:valAx>
        <c:axId val="122694422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&quot;$&quot;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26942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cap="all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State</a:t>
            </a:r>
            <a:r>
              <a:rPr lang="en-US" baseline="0"/>
              <a:t> Sales</a:t>
            </a:r>
          </a:p>
          <a:p>
            <a:pPr>
              <a:defRPr/>
            </a:pP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cap="all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6220-481D-93A6-B8FD7E55169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6220-481D-93A6-B8FD7E55169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6220-481D-93A6-B8FD7E55169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6220-481D-93A6-B8FD7E55169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6220-481D-93A6-B8FD7E55169F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220-481D-93A6-B8FD7E55169F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6220-481D-93A6-B8FD7E55169F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4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6220-481D-93A6-B8FD7E55169F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Sales!$B$3:$E$3</c:f>
              <c:strCache>
                <c:ptCount val="4"/>
                <c:pt idx="0">
                  <c:v>Colorado</c:v>
                </c:pt>
                <c:pt idx="1">
                  <c:v>New Mexico</c:v>
                </c:pt>
                <c:pt idx="2">
                  <c:v>Oregon</c:v>
                </c:pt>
                <c:pt idx="3">
                  <c:v>Washington</c:v>
                </c:pt>
              </c:strCache>
            </c:strRef>
          </c:cat>
          <c:val>
            <c:numRef>
              <c:f>Sales!$B$16:$E$16</c:f>
              <c:numCache>
                <c:formatCode>"$"#,##0.00</c:formatCode>
                <c:ptCount val="4"/>
                <c:pt idx="0">
                  <c:v>6651178</c:v>
                </c:pt>
                <c:pt idx="1">
                  <c:v>4907669</c:v>
                </c:pt>
                <c:pt idx="2">
                  <c:v>7719336</c:v>
                </c:pt>
                <c:pt idx="3">
                  <c:v>7539230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220-481D-93A6-B8FD7E55169F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8100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8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b="0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DFA689-EA3A-4AB6-B11C-EBCC2F8FBA30}" type="doc">
      <dgm:prSet loTypeId="urn:microsoft.com/office/officeart/2005/8/layout/target3" loCatId="relationship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3787AC1-EEC9-4CDC-A77B-460B71A35AC1}">
      <dgm:prSet/>
      <dgm:spPr/>
      <dgm:t>
        <a:bodyPr/>
        <a:lstStyle/>
        <a:p>
          <a:r>
            <a:rPr lang="en-US"/>
            <a:t>Michael Dixon</a:t>
          </a:r>
        </a:p>
      </dgm:t>
    </dgm:pt>
    <dgm:pt modelId="{FF64FB6C-F76D-4D32-99EA-7A7CCE63F42E}" type="parTrans" cxnId="{BD07C49C-EC3C-4201-B6EF-A1DB315C331E}">
      <dgm:prSet/>
      <dgm:spPr/>
      <dgm:t>
        <a:bodyPr/>
        <a:lstStyle/>
        <a:p>
          <a:endParaRPr lang="en-US"/>
        </a:p>
      </dgm:t>
    </dgm:pt>
    <dgm:pt modelId="{93FB4631-DF58-4362-8BF2-96D7C79625DC}" type="sibTrans" cxnId="{BD07C49C-EC3C-4201-B6EF-A1DB315C331E}">
      <dgm:prSet/>
      <dgm:spPr/>
      <dgm:t>
        <a:bodyPr/>
        <a:lstStyle/>
        <a:p>
          <a:endParaRPr lang="en-US"/>
        </a:p>
      </dgm:t>
    </dgm:pt>
    <dgm:pt modelId="{8ABABC89-9033-4011-93A1-94EDBF9F6D5A}">
      <dgm:prSet/>
      <dgm:spPr/>
      <dgm:t>
        <a:bodyPr/>
        <a:lstStyle/>
        <a:p>
          <a:r>
            <a:rPr lang="en-US"/>
            <a:t>President</a:t>
          </a:r>
        </a:p>
      </dgm:t>
    </dgm:pt>
    <dgm:pt modelId="{C2CF78FC-A73F-4FB8-B66D-A8432BCEB7B2}" type="parTrans" cxnId="{170E22FC-C32F-43E0-B446-E0A75DDE9E5E}">
      <dgm:prSet/>
      <dgm:spPr/>
      <dgm:t>
        <a:bodyPr/>
        <a:lstStyle/>
        <a:p>
          <a:endParaRPr lang="en-US"/>
        </a:p>
      </dgm:t>
    </dgm:pt>
    <dgm:pt modelId="{B3F4C268-F54F-4D6A-8B8F-D81728858D23}" type="sibTrans" cxnId="{170E22FC-C32F-43E0-B446-E0A75DDE9E5E}">
      <dgm:prSet/>
      <dgm:spPr/>
      <dgm:t>
        <a:bodyPr/>
        <a:lstStyle/>
        <a:p>
          <a:endParaRPr lang="en-US"/>
        </a:p>
      </dgm:t>
    </dgm:pt>
    <dgm:pt modelId="{C1F672E0-8CDE-4904-ACAF-74EDC39AE5DE}">
      <dgm:prSet/>
      <dgm:spPr/>
      <dgm:t>
        <a:bodyPr/>
        <a:lstStyle/>
        <a:p>
          <a:r>
            <a:rPr lang="en-US"/>
            <a:t>Irene Shviktar</a:t>
          </a:r>
        </a:p>
      </dgm:t>
    </dgm:pt>
    <dgm:pt modelId="{43089023-C2E2-47AD-987A-FA2C70E3284E}" type="parTrans" cxnId="{07ADD2F7-9941-42B9-AD47-A76D71AE4F29}">
      <dgm:prSet/>
      <dgm:spPr/>
      <dgm:t>
        <a:bodyPr/>
        <a:lstStyle/>
        <a:p>
          <a:endParaRPr lang="en-US"/>
        </a:p>
      </dgm:t>
    </dgm:pt>
    <dgm:pt modelId="{D9BD6E7A-5EC4-43D3-BB06-8BC5E579DA21}" type="sibTrans" cxnId="{07ADD2F7-9941-42B9-AD47-A76D71AE4F29}">
      <dgm:prSet/>
      <dgm:spPr/>
      <dgm:t>
        <a:bodyPr/>
        <a:lstStyle/>
        <a:p>
          <a:endParaRPr lang="en-US"/>
        </a:p>
      </dgm:t>
    </dgm:pt>
    <dgm:pt modelId="{AE8C4F73-A324-4721-9637-9CC1C38AADFA}">
      <dgm:prSet/>
      <dgm:spPr/>
      <dgm:t>
        <a:bodyPr/>
        <a:lstStyle/>
        <a:p>
          <a:r>
            <a:rPr lang="en-US"/>
            <a:t>Vice President Marketing</a:t>
          </a:r>
        </a:p>
      </dgm:t>
    </dgm:pt>
    <dgm:pt modelId="{F024018B-F92C-4522-8690-51E9FAA58837}" type="parTrans" cxnId="{AC9FAB50-DF4B-4ADF-85A1-E288B899F936}">
      <dgm:prSet/>
      <dgm:spPr/>
      <dgm:t>
        <a:bodyPr/>
        <a:lstStyle/>
        <a:p>
          <a:endParaRPr lang="en-US"/>
        </a:p>
      </dgm:t>
    </dgm:pt>
    <dgm:pt modelId="{5B906908-B854-4224-96D9-571C54EBAD1F}" type="sibTrans" cxnId="{AC9FAB50-DF4B-4ADF-85A1-E288B899F936}">
      <dgm:prSet/>
      <dgm:spPr/>
      <dgm:t>
        <a:bodyPr/>
        <a:lstStyle/>
        <a:p>
          <a:endParaRPr lang="en-US"/>
        </a:p>
      </dgm:t>
    </dgm:pt>
    <dgm:pt modelId="{8095B4F5-240F-45DF-BADA-856B9445931C}">
      <dgm:prSet/>
      <dgm:spPr/>
      <dgm:t>
        <a:bodyPr/>
        <a:lstStyle/>
        <a:p>
          <a:r>
            <a:rPr lang="en-US"/>
            <a:t>Frank Osei</a:t>
          </a:r>
        </a:p>
      </dgm:t>
    </dgm:pt>
    <dgm:pt modelId="{C472A762-5B98-4FB8-BFDE-F9C90C0FF1C4}" type="parTrans" cxnId="{F3B7CF64-330A-4F47-A353-0F46E2863111}">
      <dgm:prSet/>
      <dgm:spPr/>
      <dgm:t>
        <a:bodyPr/>
        <a:lstStyle/>
        <a:p>
          <a:endParaRPr lang="en-US"/>
        </a:p>
      </dgm:t>
    </dgm:pt>
    <dgm:pt modelId="{ED6F3324-DE48-4FE5-BB67-4969B74636D5}" type="sibTrans" cxnId="{F3B7CF64-330A-4F47-A353-0F46E2863111}">
      <dgm:prSet/>
      <dgm:spPr/>
      <dgm:t>
        <a:bodyPr/>
        <a:lstStyle/>
        <a:p>
          <a:endParaRPr lang="en-US"/>
        </a:p>
      </dgm:t>
    </dgm:pt>
    <dgm:pt modelId="{D74EE51B-FB83-4866-B003-251E7742F0EE}">
      <dgm:prSet/>
      <dgm:spPr/>
      <dgm:t>
        <a:bodyPr/>
        <a:lstStyle/>
        <a:p>
          <a:r>
            <a:rPr lang="en-US"/>
            <a:t>Vice President Finance</a:t>
          </a:r>
        </a:p>
      </dgm:t>
    </dgm:pt>
    <dgm:pt modelId="{6FD019A4-D109-4E2E-85B8-05702FCA896D}" type="parTrans" cxnId="{79E5CB88-649E-49E9-BAC0-45F8EAE1FA07}">
      <dgm:prSet/>
      <dgm:spPr/>
      <dgm:t>
        <a:bodyPr/>
        <a:lstStyle/>
        <a:p>
          <a:endParaRPr lang="en-US"/>
        </a:p>
      </dgm:t>
    </dgm:pt>
    <dgm:pt modelId="{DF6E07F3-0254-4D37-BCA3-75F96559FC2D}" type="sibTrans" cxnId="{79E5CB88-649E-49E9-BAC0-45F8EAE1FA07}">
      <dgm:prSet/>
      <dgm:spPr/>
      <dgm:t>
        <a:bodyPr/>
        <a:lstStyle/>
        <a:p>
          <a:endParaRPr lang="en-US"/>
        </a:p>
      </dgm:t>
    </dgm:pt>
    <dgm:pt modelId="{420C06C3-6585-4755-95EB-FC9D1AFAFFA2}" type="pres">
      <dgm:prSet presAssocID="{86DFA689-EA3A-4AB6-B11C-EBCC2F8FBA30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862C2000-7025-4040-94D6-69DD2112E982}" type="pres">
      <dgm:prSet presAssocID="{83787AC1-EEC9-4CDC-A77B-460B71A35AC1}" presName="circle1" presStyleLbl="node1" presStyleIdx="0" presStyleCnt="3"/>
      <dgm:spPr/>
    </dgm:pt>
    <dgm:pt modelId="{89687B4D-14CA-43F3-AED8-B4B33CE88664}" type="pres">
      <dgm:prSet presAssocID="{83787AC1-EEC9-4CDC-A77B-460B71A35AC1}" presName="space" presStyleCnt="0"/>
      <dgm:spPr/>
    </dgm:pt>
    <dgm:pt modelId="{FB1A5687-A417-4016-965A-D808C0F2D887}" type="pres">
      <dgm:prSet presAssocID="{83787AC1-EEC9-4CDC-A77B-460B71A35AC1}" presName="rect1" presStyleLbl="alignAcc1" presStyleIdx="0" presStyleCnt="3"/>
      <dgm:spPr/>
    </dgm:pt>
    <dgm:pt modelId="{F13C9A3A-B66D-4712-BF34-010F45587C86}" type="pres">
      <dgm:prSet presAssocID="{C1F672E0-8CDE-4904-ACAF-74EDC39AE5DE}" presName="vertSpace2" presStyleLbl="node1" presStyleIdx="0" presStyleCnt="3"/>
      <dgm:spPr/>
    </dgm:pt>
    <dgm:pt modelId="{83F6075B-BA31-4839-A8EA-5828728785D2}" type="pres">
      <dgm:prSet presAssocID="{C1F672E0-8CDE-4904-ACAF-74EDC39AE5DE}" presName="circle2" presStyleLbl="node1" presStyleIdx="1" presStyleCnt="3"/>
      <dgm:spPr/>
    </dgm:pt>
    <dgm:pt modelId="{7B257339-A983-41BA-AE5A-38289E8AAC6D}" type="pres">
      <dgm:prSet presAssocID="{C1F672E0-8CDE-4904-ACAF-74EDC39AE5DE}" presName="rect2" presStyleLbl="alignAcc1" presStyleIdx="1" presStyleCnt="3"/>
      <dgm:spPr/>
    </dgm:pt>
    <dgm:pt modelId="{0233C942-6B73-4FCA-8206-DD1AF8251ACE}" type="pres">
      <dgm:prSet presAssocID="{8095B4F5-240F-45DF-BADA-856B9445931C}" presName="vertSpace3" presStyleLbl="node1" presStyleIdx="1" presStyleCnt="3"/>
      <dgm:spPr/>
    </dgm:pt>
    <dgm:pt modelId="{5A3C1390-E043-4210-8D6C-94C297B13871}" type="pres">
      <dgm:prSet presAssocID="{8095B4F5-240F-45DF-BADA-856B9445931C}" presName="circle3" presStyleLbl="node1" presStyleIdx="2" presStyleCnt="3"/>
      <dgm:spPr/>
    </dgm:pt>
    <dgm:pt modelId="{E7A213B9-D792-4645-83EE-E4224D496E0E}" type="pres">
      <dgm:prSet presAssocID="{8095B4F5-240F-45DF-BADA-856B9445931C}" presName="rect3" presStyleLbl="alignAcc1" presStyleIdx="2" presStyleCnt="3"/>
      <dgm:spPr/>
    </dgm:pt>
    <dgm:pt modelId="{9FAC997E-23AB-4C88-8E7E-870051E995D2}" type="pres">
      <dgm:prSet presAssocID="{83787AC1-EEC9-4CDC-A77B-460B71A35AC1}" presName="rect1ParTx" presStyleLbl="alignAcc1" presStyleIdx="2" presStyleCnt="3">
        <dgm:presLayoutVars>
          <dgm:chMax val="1"/>
          <dgm:bulletEnabled val="1"/>
        </dgm:presLayoutVars>
      </dgm:prSet>
      <dgm:spPr/>
    </dgm:pt>
    <dgm:pt modelId="{540C8D2C-1BA9-47E9-A06A-FBC808B8752F}" type="pres">
      <dgm:prSet presAssocID="{83787AC1-EEC9-4CDC-A77B-460B71A35AC1}" presName="rect1ChTx" presStyleLbl="alignAcc1" presStyleIdx="2" presStyleCnt="3">
        <dgm:presLayoutVars>
          <dgm:bulletEnabled val="1"/>
        </dgm:presLayoutVars>
      </dgm:prSet>
      <dgm:spPr/>
    </dgm:pt>
    <dgm:pt modelId="{C164854F-1D1B-4F84-AE5C-A0167EC4ABA1}" type="pres">
      <dgm:prSet presAssocID="{C1F672E0-8CDE-4904-ACAF-74EDC39AE5DE}" presName="rect2ParTx" presStyleLbl="alignAcc1" presStyleIdx="2" presStyleCnt="3">
        <dgm:presLayoutVars>
          <dgm:chMax val="1"/>
          <dgm:bulletEnabled val="1"/>
        </dgm:presLayoutVars>
      </dgm:prSet>
      <dgm:spPr/>
    </dgm:pt>
    <dgm:pt modelId="{F0A7862A-9B06-4ADF-843D-B6F4326FA55F}" type="pres">
      <dgm:prSet presAssocID="{C1F672E0-8CDE-4904-ACAF-74EDC39AE5DE}" presName="rect2ChTx" presStyleLbl="alignAcc1" presStyleIdx="2" presStyleCnt="3">
        <dgm:presLayoutVars>
          <dgm:bulletEnabled val="1"/>
        </dgm:presLayoutVars>
      </dgm:prSet>
      <dgm:spPr/>
    </dgm:pt>
    <dgm:pt modelId="{8B5AF397-6FB5-4ACD-8266-C9C8317B932C}" type="pres">
      <dgm:prSet presAssocID="{8095B4F5-240F-45DF-BADA-856B9445931C}" presName="rect3ParTx" presStyleLbl="alignAcc1" presStyleIdx="2" presStyleCnt="3">
        <dgm:presLayoutVars>
          <dgm:chMax val="1"/>
          <dgm:bulletEnabled val="1"/>
        </dgm:presLayoutVars>
      </dgm:prSet>
      <dgm:spPr/>
    </dgm:pt>
    <dgm:pt modelId="{5FCB32F4-D076-4585-9B4E-AF76DA8C89A8}" type="pres">
      <dgm:prSet presAssocID="{8095B4F5-240F-45DF-BADA-856B9445931C}" presName="rect3ChTx" presStyleLbl="alignAcc1" presStyleIdx="2" presStyleCnt="3">
        <dgm:presLayoutVars>
          <dgm:bulletEnabled val="1"/>
        </dgm:presLayoutVars>
      </dgm:prSet>
      <dgm:spPr/>
    </dgm:pt>
  </dgm:ptLst>
  <dgm:cxnLst>
    <dgm:cxn modelId="{0C166E18-D155-402A-A437-C27557009227}" type="presOf" srcId="{8ABABC89-9033-4011-93A1-94EDBF9F6D5A}" destId="{540C8D2C-1BA9-47E9-A06A-FBC808B8752F}" srcOrd="0" destOrd="0" presId="urn:microsoft.com/office/officeart/2005/8/layout/target3"/>
    <dgm:cxn modelId="{B182F75D-D4F7-40BD-8741-6CCA3A0AA7D5}" type="presOf" srcId="{8095B4F5-240F-45DF-BADA-856B9445931C}" destId="{E7A213B9-D792-4645-83EE-E4224D496E0E}" srcOrd="0" destOrd="0" presId="urn:microsoft.com/office/officeart/2005/8/layout/target3"/>
    <dgm:cxn modelId="{9D56BC44-10F0-4328-8B15-F71A117E2A4F}" type="presOf" srcId="{C1F672E0-8CDE-4904-ACAF-74EDC39AE5DE}" destId="{C164854F-1D1B-4F84-AE5C-A0167EC4ABA1}" srcOrd="1" destOrd="0" presId="urn:microsoft.com/office/officeart/2005/8/layout/target3"/>
    <dgm:cxn modelId="{F3B7CF64-330A-4F47-A353-0F46E2863111}" srcId="{86DFA689-EA3A-4AB6-B11C-EBCC2F8FBA30}" destId="{8095B4F5-240F-45DF-BADA-856B9445931C}" srcOrd="2" destOrd="0" parTransId="{C472A762-5B98-4FB8-BFDE-F9C90C0FF1C4}" sibTransId="{ED6F3324-DE48-4FE5-BB67-4969B74636D5}"/>
    <dgm:cxn modelId="{AC9FAB50-DF4B-4ADF-85A1-E288B899F936}" srcId="{C1F672E0-8CDE-4904-ACAF-74EDC39AE5DE}" destId="{AE8C4F73-A324-4721-9637-9CC1C38AADFA}" srcOrd="0" destOrd="0" parTransId="{F024018B-F92C-4522-8690-51E9FAA58837}" sibTransId="{5B906908-B854-4224-96D9-571C54EBAD1F}"/>
    <dgm:cxn modelId="{36A96E58-664B-41DB-BDBA-BDCED89E63B3}" type="presOf" srcId="{83787AC1-EEC9-4CDC-A77B-460B71A35AC1}" destId="{FB1A5687-A417-4016-965A-D808C0F2D887}" srcOrd="0" destOrd="0" presId="urn:microsoft.com/office/officeart/2005/8/layout/target3"/>
    <dgm:cxn modelId="{D4B7D27E-E9E3-4320-ADBF-743AA45402F2}" type="presOf" srcId="{C1F672E0-8CDE-4904-ACAF-74EDC39AE5DE}" destId="{7B257339-A983-41BA-AE5A-38289E8AAC6D}" srcOrd="0" destOrd="0" presId="urn:microsoft.com/office/officeart/2005/8/layout/target3"/>
    <dgm:cxn modelId="{C483FA87-840B-49C0-AE26-7B41E5358E51}" type="presOf" srcId="{D74EE51B-FB83-4866-B003-251E7742F0EE}" destId="{5FCB32F4-D076-4585-9B4E-AF76DA8C89A8}" srcOrd="0" destOrd="0" presId="urn:microsoft.com/office/officeart/2005/8/layout/target3"/>
    <dgm:cxn modelId="{79E5CB88-649E-49E9-BAC0-45F8EAE1FA07}" srcId="{8095B4F5-240F-45DF-BADA-856B9445931C}" destId="{D74EE51B-FB83-4866-B003-251E7742F0EE}" srcOrd="0" destOrd="0" parTransId="{6FD019A4-D109-4E2E-85B8-05702FCA896D}" sibTransId="{DF6E07F3-0254-4D37-BCA3-75F96559FC2D}"/>
    <dgm:cxn modelId="{BD07C49C-EC3C-4201-B6EF-A1DB315C331E}" srcId="{86DFA689-EA3A-4AB6-B11C-EBCC2F8FBA30}" destId="{83787AC1-EEC9-4CDC-A77B-460B71A35AC1}" srcOrd="0" destOrd="0" parTransId="{FF64FB6C-F76D-4D32-99EA-7A7CCE63F42E}" sibTransId="{93FB4631-DF58-4362-8BF2-96D7C79625DC}"/>
    <dgm:cxn modelId="{164E40AC-7BC5-4D0D-9FF0-2949B99ED6B5}" type="presOf" srcId="{8095B4F5-240F-45DF-BADA-856B9445931C}" destId="{8B5AF397-6FB5-4ACD-8266-C9C8317B932C}" srcOrd="1" destOrd="0" presId="urn:microsoft.com/office/officeart/2005/8/layout/target3"/>
    <dgm:cxn modelId="{9E56D5C2-AA35-43E4-BE54-ADE0587F8729}" type="presOf" srcId="{83787AC1-EEC9-4CDC-A77B-460B71A35AC1}" destId="{9FAC997E-23AB-4C88-8E7E-870051E995D2}" srcOrd="1" destOrd="0" presId="urn:microsoft.com/office/officeart/2005/8/layout/target3"/>
    <dgm:cxn modelId="{7FFBB4D6-3CDC-4745-BE48-E4729BF179EF}" type="presOf" srcId="{86DFA689-EA3A-4AB6-B11C-EBCC2F8FBA30}" destId="{420C06C3-6585-4755-95EB-FC9D1AFAFFA2}" srcOrd="0" destOrd="0" presId="urn:microsoft.com/office/officeart/2005/8/layout/target3"/>
    <dgm:cxn modelId="{07ADD2F7-9941-42B9-AD47-A76D71AE4F29}" srcId="{86DFA689-EA3A-4AB6-B11C-EBCC2F8FBA30}" destId="{C1F672E0-8CDE-4904-ACAF-74EDC39AE5DE}" srcOrd="1" destOrd="0" parTransId="{43089023-C2E2-47AD-987A-FA2C70E3284E}" sibTransId="{D9BD6E7A-5EC4-43D3-BB06-8BC5E579DA21}"/>
    <dgm:cxn modelId="{A19DB6F8-8A27-49B2-804B-B1EE06256A82}" type="presOf" srcId="{AE8C4F73-A324-4721-9637-9CC1C38AADFA}" destId="{F0A7862A-9B06-4ADF-843D-B6F4326FA55F}" srcOrd="0" destOrd="0" presId="urn:microsoft.com/office/officeart/2005/8/layout/target3"/>
    <dgm:cxn modelId="{170E22FC-C32F-43E0-B446-E0A75DDE9E5E}" srcId="{83787AC1-EEC9-4CDC-A77B-460B71A35AC1}" destId="{8ABABC89-9033-4011-93A1-94EDBF9F6D5A}" srcOrd="0" destOrd="0" parTransId="{C2CF78FC-A73F-4FB8-B66D-A8432BCEB7B2}" sibTransId="{B3F4C268-F54F-4D6A-8B8F-D81728858D23}"/>
    <dgm:cxn modelId="{9E4EFD49-1170-478D-BC14-576BC005BC36}" type="presParOf" srcId="{420C06C3-6585-4755-95EB-FC9D1AFAFFA2}" destId="{862C2000-7025-4040-94D6-69DD2112E982}" srcOrd="0" destOrd="0" presId="urn:microsoft.com/office/officeart/2005/8/layout/target3"/>
    <dgm:cxn modelId="{06379333-CB66-4196-8D08-8EB78DDA5064}" type="presParOf" srcId="{420C06C3-6585-4755-95EB-FC9D1AFAFFA2}" destId="{89687B4D-14CA-43F3-AED8-B4B33CE88664}" srcOrd="1" destOrd="0" presId="urn:microsoft.com/office/officeart/2005/8/layout/target3"/>
    <dgm:cxn modelId="{678C9096-6FB4-42CB-9826-D44B3D545D84}" type="presParOf" srcId="{420C06C3-6585-4755-95EB-FC9D1AFAFFA2}" destId="{FB1A5687-A417-4016-965A-D808C0F2D887}" srcOrd="2" destOrd="0" presId="urn:microsoft.com/office/officeart/2005/8/layout/target3"/>
    <dgm:cxn modelId="{2DFC3ECB-7BD1-466B-B3E6-18B7BB8FD4FD}" type="presParOf" srcId="{420C06C3-6585-4755-95EB-FC9D1AFAFFA2}" destId="{F13C9A3A-B66D-4712-BF34-010F45587C86}" srcOrd="3" destOrd="0" presId="urn:microsoft.com/office/officeart/2005/8/layout/target3"/>
    <dgm:cxn modelId="{224AD2D7-42D7-414F-85D2-3CEB8DB664D5}" type="presParOf" srcId="{420C06C3-6585-4755-95EB-FC9D1AFAFFA2}" destId="{83F6075B-BA31-4839-A8EA-5828728785D2}" srcOrd="4" destOrd="0" presId="urn:microsoft.com/office/officeart/2005/8/layout/target3"/>
    <dgm:cxn modelId="{666716FD-E1FB-4F1B-875A-C9D393CCDCCD}" type="presParOf" srcId="{420C06C3-6585-4755-95EB-FC9D1AFAFFA2}" destId="{7B257339-A983-41BA-AE5A-38289E8AAC6D}" srcOrd="5" destOrd="0" presId="urn:microsoft.com/office/officeart/2005/8/layout/target3"/>
    <dgm:cxn modelId="{22BEB264-D12C-4B88-9F16-89B6F22A1038}" type="presParOf" srcId="{420C06C3-6585-4755-95EB-FC9D1AFAFFA2}" destId="{0233C942-6B73-4FCA-8206-DD1AF8251ACE}" srcOrd="6" destOrd="0" presId="urn:microsoft.com/office/officeart/2005/8/layout/target3"/>
    <dgm:cxn modelId="{A27B4115-DD9F-4C7D-AD24-64004ACA56E0}" type="presParOf" srcId="{420C06C3-6585-4755-95EB-FC9D1AFAFFA2}" destId="{5A3C1390-E043-4210-8D6C-94C297B13871}" srcOrd="7" destOrd="0" presId="urn:microsoft.com/office/officeart/2005/8/layout/target3"/>
    <dgm:cxn modelId="{D91AA7FC-E9FD-4E23-9596-D48A05011A2F}" type="presParOf" srcId="{420C06C3-6585-4755-95EB-FC9D1AFAFFA2}" destId="{E7A213B9-D792-4645-83EE-E4224D496E0E}" srcOrd="8" destOrd="0" presId="urn:microsoft.com/office/officeart/2005/8/layout/target3"/>
    <dgm:cxn modelId="{FF1F661D-2483-408D-9565-62C6ED91DC1E}" type="presParOf" srcId="{420C06C3-6585-4755-95EB-FC9D1AFAFFA2}" destId="{9FAC997E-23AB-4C88-8E7E-870051E995D2}" srcOrd="9" destOrd="0" presId="urn:microsoft.com/office/officeart/2005/8/layout/target3"/>
    <dgm:cxn modelId="{7ADA5DE6-6EB1-4F71-8FAF-2E217AB6C8D0}" type="presParOf" srcId="{420C06C3-6585-4755-95EB-FC9D1AFAFFA2}" destId="{540C8D2C-1BA9-47E9-A06A-FBC808B8752F}" srcOrd="10" destOrd="0" presId="urn:microsoft.com/office/officeart/2005/8/layout/target3"/>
    <dgm:cxn modelId="{BA794C21-EDB9-460F-A47F-E899B23DD01C}" type="presParOf" srcId="{420C06C3-6585-4755-95EB-FC9D1AFAFFA2}" destId="{C164854F-1D1B-4F84-AE5C-A0167EC4ABA1}" srcOrd="11" destOrd="0" presId="urn:microsoft.com/office/officeart/2005/8/layout/target3"/>
    <dgm:cxn modelId="{E3E54B17-8D9F-4DE6-AB99-39EF10E0042F}" type="presParOf" srcId="{420C06C3-6585-4755-95EB-FC9D1AFAFFA2}" destId="{F0A7862A-9B06-4ADF-843D-B6F4326FA55F}" srcOrd="12" destOrd="0" presId="urn:microsoft.com/office/officeart/2005/8/layout/target3"/>
    <dgm:cxn modelId="{9CCDA6BE-D24D-46D1-9A77-F33039BA15F1}" type="presParOf" srcId="{420C06C3-6585-4755-95EB-FC9D1AFAFFA2}" destId="{8B5AF397-6FB5-4ACD-8266-C9C8317B932C}" srcOrd="13" destOrd="0" presId="urn:microsoft.com/office/officeart/2005/8/layout/target3"/>
    <dgm:cxn modelId="{B84A9A23-8397-4732-B128-2685AD179385}" type="presParOf" srcId="{420C06C3-6585-4755-95EB-FC9D1AFAFFA2}" destId="{5FCB32F4-D076-4585-9B4E-AF76DA8C89A8}" srcOrd="14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C2000-7025-4040-94D6-69DD2112E982}">
      <dsp:nvSpPr>
        <dsp:cNvPr id="0" name=""/>
        <dsp:cNvSpPr/>
      </dsp:nvSpPr>
      <dsp:spPr>
        <a:xfrm>
          <a:off x="0" y="290384"/>
          <a:ext cx="3358816" cy="3358816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1A5687-A417-4016-965A-D808C0F2D887}">
      <dsp:nvSpPr>
        <dsp:cNvPr id="0" name=""/>
        <dsp:cNvSpPr/>
      </dsp:nvSpPr>
      <dsp:spPr>
        <a:xfrm>
          <a:off x="1679408" y="290384"/>
          <a:ext cx="3918619" cy="3358816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Michael Dixon</a:t>
          </a:r>
        </a:p>
      </dsp:txBody>
      <dsp:txXfrm>
        <a:off x="1679408" y="290384"/>
        <a:ext cx="1959309" cy="1007647"/>
      </dsp:txXfrm>
    </dsp:sp>
    <dsp:sp modelId="{83F6075B-BA31-4839-A8EA-5828728785D2}">
      <dsp:nvSpPr>
        <dsp:cNvPr id="0" name=""/>
        <dsp:cNvSpPr/>
      </dsp:nvSpPr>
      <dsp:spPr>
        <a:xfrm>
          <a:off x="587794" y="1298031"/>
          <a:ext cx="2183228" cy="2183228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257339-A983-41BA-AE5A-38289E8AAC6D}">
      <dsp:nvSpPr>
        <dsp:cNvPr id="0" name=""/>
        <dsp:cNvSpPr/>
      </dsp:nvSpPr>
      <dsp:spPr>
        <a:xfrm>
          <a:off x="1679408" y="1298031"/>
          <a:ext cx="3918619" cy="218322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Irene Shviktar</a:t>
          </a:r>
        </a:p>
      </dsp:txBody>
      <dsp:txXfrm>
        <a:off x="1679408" y="1298031"/>
        <a:ext cx="1959309" cy="1007643"/>
      </dsp:txXfrm>
    </dsp:sp>
    <dsp:sp modelId="{5A3C1390-E043-4210-8D6C-94C297B13871}">
      <dsp:nvSpPr>
        <dsp:cNvPr id="0" name=""/>
        <dsp:cNvSpPr/>
      </dsp:nvSpPr>
      <dsp:spPr>
        <a:xfrm>
          <a:off x="1175586" y="2305675"/>
          <a:ext cx="1007644" cy="1007644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213B9-D792-4645-83EE-E4224D496E0E}">
      <dsp:nvSpPr>
        <dsp:cNvPr id="0" name=""/>
        <dsp:cNvSpPr/>
      </dsp:nvSpPr>
      <dsp:spPr>
        <a:xfrm>
          <a:off x="1679408" y="2305675"/>
          <a:ext cx="3918619" cy="100764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Frank Osei</a:t>
          </a:r>
        </a:p>
      </dsp:txBody>
      <dsp:txXfrm>
        <a:off x="1679408" y="2305675"/>
        <a:ext cx="1959309" cy="1007644"/>
      </dsp:txXfrm>
    </dsp:sp>
    <dsp:sp modelId="{540C8D2C-1BA9-47E9-A06A-FBC808B8752F}">
      <dsp:nvSpPr>
        <dsp:cNvPr id="0" name=""/>
        <dsp:cNvSpPr/>
      </dsp:nvSpPr>
      <dsp:spPr>
        <a:xfrm>
          <a:off x="3638718" y="290384"/>
          <a:ext cx="1959309" cy="1007647"/>
        </a:xfrm>
        <a:prstGeom prst="rect">
          <a:avLst/>
        </a:prstGeom>
        <a:noFill/>
        <a:ln w="1905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President</a:t>
          </a:r>
        </a:p>
      </dsp:txBody>
      <dsp:txXfrm>
        <a:off x="3638718" y="290384"/>
        <a:ext cx="1959309" cy="1007647"/>
      </dsp:txXfrm>
    </dsp:sp>
    <dsp:sp modelId="{F0A7862A-9B06-4ADF-843D-B6F4326FA55F}">
      <dsp:nvSpPr>
        <dsp:cNvPr id="0" name=""/>
        <dsp:cNvSpPr/>
      </dsp:nvSpPr>
      <dsp:spPr>
        <a:xfrm>
          <a:off x="3638718" y="1298031"/>
          <a:ext cx="1959309" cy="1007643"/>
        </a:xfrm>
        <a:prstGeom prst="rect">
          <a:avLst/>
        </a:prstGeom>
        <a:noFill/>
        <a:ln w="1905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Vice President Marketing</a:t>
          </a:r>
        </a:p>
      </dsp:txBody>
      <dsp:txXfrm>
        <a:off x="3638718" y="1298031"/>
        <a:ext cx="1959309" cy="1007643"/>
      </dsp:txXfrm>
    </dsp:sp>
    <dsp:sp modelId="{5FCB32F4-D076-4585-9B4E-AF76DA8C89A8}">
      <dsp:nvSpPr>
        <dsp:cNvPr id="0" name=""/>
        <dsp:cNvSpPr/>
      </dsp:nvSpPr>
      <dsp:spPr>
        <a:xfrm>
          <a:off x="3638718" y="2305675"/>
          <a:ext cx="1959309" cy="1007644"/>
        </a:xfrm>
        <a:prstGeom prst="rect">
          <a:avLst/>
        </a:prstGeom>
        <a:noFill/>
        <a:ln w="1905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Vice President Finance</a:t>
          </a:r>
        </a:p>
      </dsp:txBody>
      <dsp:txXfrm>
        <a:off x="3638718" y="2305675"/>
        <a:ext cx="1959309" cy="10076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7217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276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275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07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241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050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69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53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82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06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271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F773C267-62AC-4C46-94C8-9ECE4C379D12}" type="datetimeFigureOut">
              <a:rPr lang="en-US" smtClean="0"/>
              <a:t>04/26/2026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89F13F0E-A978-48A5-8D2D-39F34D443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62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0n/uvjwm2p8vMHDYa3tTNvDTjp6XQ1j2uLriE+x2YoAj7p0U/Uqikp4rXe4LG3F9OOF8BmmZ4SI8wGF1dHSvRW523eE7LC4X-~bAIahPNt6AfAhQvig+/C5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UwowSi+FCJyoeEJbtJcfC4RwuQ5F0r9kPTZBLmsfsqr4pHuNnPGAk3/RVF26xiy1tebvmF3dxG3KVOJLSlYHzjuE8zIZVWKi-~wPBHxvcCrMUvvzXTbyRlcg=="/>
          <p:cNvSpPr>
            <a:spLocks noGrp="1"/>
          </p:cNvSpPr>
          <p:nvPr>
            <p:ph type="ctrTitle"/>
          </p:nvPr>
        </p:nvSpPr>
        <p:spPr>
          <a:xfrm>
            <a:off x="1574104" y="1375833"/>
            <a:ext cx="9043791" cy="1766633"/>
          </a:xfrm>
        </p:spPr>
        <p:txBody>
          <a:bodyPr>
            <a:normAutofit fontScale="90000"/>
          </a:bodyPr>
          <a:lstStyle/>
          <a:p>
            <a:r>
              <a:rPr lang="en-US" dirty="0"/>
              <a:t>Ultimate Action Sports Gear</a:t>
            </a:r>
          </a:p>
        </p:txBody>
      </p:sp>
    </p:spTree>
    <p:extLst>
      <p:ext uri="{BB962C8B-B14F-4D97-AF65-F5344CB8AC3E}">
        <p14:creationId xmlns:p14="http://schemas.microsoft.com/office/powerpoint/2010/main" val="2055121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6AGUxKPqJgg40nfoCpzSCauDTaj+oOXwZHCs1T3xI3liCGViGNRgTNHtx36XKZHlvAvzgfm1uWQUNLJ4xayzb/eAj2uSpejU-~AY0zWqvYAHCpgWtrW+4sF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At2gU5MHIJilOpfkvxgFPCUcxmx7ncsI5/gSLcYbAo+eevukAZOIokRWAZuI2OJHLqwqpjqFCqDz04DAEdvCXS2EHXEpfYB6-~hKGF6D0CXIHrVei1Kow/Sw==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Our Management Team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DB2576E-202C-5C52-D7E3-B702D20B35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6875268"/>
              </p:ext>
            </p:extLst>
          </p:nvPr>
        </p:nvGraphicFramePr>
        <p:xfrm>
          <a:off x="2656624" y="1759757"/>
          <a:ext cx="5598028" cy="3939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53349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DE26C41-1FEC-0A5C-3461-6DD7C9BDAF9A}"/>
              </a:ext>
            </a:extLst>
          </p:cNvPr>
          <p:cNvGraphicFramePr>
            <a:graphicFrameLocks noGrp="1"/>
          </p:cNvGraphicFramePr>
          <p:nvPr/>
        </p:nvGraphicFramePr>
        <p:xfrm>
          <a:off x="1758389" y="282014"/>
          <a:ext cx="8675221" cy="62939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43239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C650CE92-1BFE-1D16-54AC-8C853BFA4AB5}"/>
              </a:ext>
            </a:extLst>
          </p:cNvPr>
          <p:cNvGraphicFramePr>
            <a:graphicFrameLocks noGrp="1"/>
          </p:cNvGraphicFramePr>
          <p:nvPr/>
        </p:nvGraphicFramePr>
        <p:xfrm>
          <a:off x="1758389" y="282014"/>
          <a:ext cx="8675221" cy="62939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42462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wtwH6pRL6KlUwnPplBcL2u7pssqGFyXnmjVa/ZsjPwFhzgsotfL+CD8jYPUW/SrRvzYDvXxBR0acrq4mAQ/cw1xRwTEgHwoN-~ZfRpcLcbtq1o1JDC2EhGh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NcYhzZq2rgZZlkt3wYc1Jgw0ApTswVO+lpyeW77ajUCvOih4FK0Eey2kBiGTkWba3CI+hfZPFAyk4t8F0yPsl6xvY/r1acs/-~Knri7Zwg0SQe9VC+/aDq5g==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Contact Us</a:t>
            </a:r>
          </a:p>
        </p:txBody>
      </p:sp>
      <p:sp>
        <p:nvSpPr>
          <p:cNvPr id="3" name="Content Placeholder 2" descr="iGbcWMatB1SIb3vLdNTuIAC7IhH+Dg+c25o4o4nb4oTRm9yndptu/8wJBYwPbfSZobnrJtK4rBLUh+XRdTAyVcIl53CC3a1q-~/Nogwsfg13yoqGiZ+/3lkA=="/>
          <p:cNvSpPr>
            <a:spLocks noGrp="1"/>
          </p:cNvSpPr>
          <p:nvPr>
            <p:ph idx="1"/>
          </p:nvPr>
        </p:nvSpPr>
        <p:spPr>
          <a:xfrm>
            <a:off x="677511" y="2160590"/>
            <a:ext cx="8598907" cy="30001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1926 Quebec Street</a:t>
            </a:r>
          </a:p>
          <a:p>
            <a:pPr marL="0" indent="0" algn="ctr">
              <a:buNone/>
            </a:pPr>
            <a:r>
              <a:rPr lang="en-US" sz="3200" dirty="0"/>
              <a:t>Denver, CO 80207</a:t>
            </a:r>
          </a:p>
          <a:p>
            <a:pPr marL="0" indent="0" algn="ctr">
              <a:buNone/>
            </a:pPr>
            <a:r>
              <a:rPr lang="en-US" sz="3200" dirty="0"/>
              <a:t>(303) 555-0970</a:t>
            </a:r>
          </a:p>
          <a:p>
            <a:pPr marL="0" indent="0" algn="ctr">
              <a:buNone/>
            </a:pPr>
            <a:r>
              <a:rPr lang="en-US" sz="3200" dirty="0"/>
              <a:t>www.u-actionsports-g.com</a:t>
            </a:r>
          </a:p>
        </p:txBody>
      </p:sp>
    </p:spTree>
    <p:extLst>
      <p:ext uri="{BB962C8B-B14F-4D97-AF65-F5344CB8AC3E}">
        <p14:creationId xmlns:p14="http://schemas.microsoft.com/office/powerpoint/2010/main" val="140463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F6C297-9DD1-CCD1-52AE-36BD0841CAD0}"/>
              </a:ext>
            </a:extLst>
          </p:cNvPr>
          <p:cNvGraphicFramePr>
            <a:graphicFrameLocks noGrp="1"/>
          </p:cNvGraphicFramePr>
          <p:nvPr/>
        </p:nvGraphicFramePr>
        <p:xfrm>
          <a:off x="3637814" y="2057397"/>
          <a:ext cx="4883035" cy="4038606"/>
        </p:xfrm>
        <a:graphic>
          <a:graphicData uri="http://schemas.openxmlformats.org/drawingml/2006/table">
            <a:tbl>
              <a:tblPr/>
              <a:tblGrid>
                <a:gridCol w="794984">
                  <a:extLst>
                    <a:ext uri="{9D8B030D-6E8A-4147-A177-3AD203B41FA5}">
                      <a16:colId xmlns:a16="http://schemas.microsoft.com/office/drawing/2014/main" val="2092732637"/>
                    </a:ext>
                  </a:extLst>
                </a:gridCol>
                <a:gridCol w="770523">
                  <a:extLst>
                    <a:ext uri="{9D8B030D-6E8A-4147-A177-3AD203B41FA5}">
                      <a16:colId xmlns:a16="http://schemas.microsoft.com/office/drawing/2014/main" val="1880507343"/>
                    </a:ext>
                  </a:extLst>
                </a:gridCol>
                <a:gridCol w="990672">
                  <a:extLst>
                    <a:ext uri="{9D8B030D-6E8A-4147-A177-3AD203B41FA5}">
                      <a16:colId xmlns:a16="http://schemas.microsoft.com/office/drawing/2014/main" val="1934658653"/>
                    </a:ext>
                  </a:extLst>
                </a:gridCol>
                <a:gridCol w="1275032">
                  <a:extLst>
                    <a:ext uri="{9D8B030D-6E8A-4147-A177-3AD203B41FA5}">
                      <a16:colId xmlns:a16="http://schemas.microsoft.com/office/drawing/2014/main" val="3920153733"/>
                    </a:ext>
                  </a:extLst>
                </a:gridCol>
                <a:gridCol w="1051824">
                  <a:extLst>
                    <a:ext uri="{9D8B030D-6E8A-4147-A177-3AD203B41FA5}">
                      <a16:colId xmlns:a16="http://schemas.microsoft.com/office/drawing/2014/main" val="435661681"/>
                    </a:ext>
                  </a:extLst>
                </a:gridCol>
              </a:tblGrid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Firstname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Lastname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Monthly Rent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Address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City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175507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Jim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Wolfgang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403 Central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Albuquerque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081553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Jim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Wolfgang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8851 Skyline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Albuquerque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081664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98045 North Ave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Aurora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9630822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Office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Student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7108 Main St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Bellingham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854476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7925 S Forrest Rd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Boulder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872509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782 Mill Rd SW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Colorado Springs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594150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197 Tower Rd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Denver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716839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403 Starlight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Denver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050725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Vicki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Plasek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8692 Technology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Eugene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62833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Jim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Wolfgang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8692 Garden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Gallup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61495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Margaret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Voboril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208 E Central Ave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Golden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370687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Vicki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Plasek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East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Portland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838968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Vicki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Plasek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7825 Blue St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Portland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771816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Vicki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Plasek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403 State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Salem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02937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Jim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Wolfgang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7303 Spring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Santa Fe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086709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Office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Student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51977 Winding Way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Seattle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201262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Office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Student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2445 Cove St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Spokane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826599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Vicki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Plasek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692 Lilly Blvd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Springfield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7096195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Office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Student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35725 Water Street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Tacoma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331278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Jim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Wolfgang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52792 Greenfield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Taos</a:t>
                      </a: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194617"/>
                  </a:ext>
                </a:extLst>
              </a:tr>
              <a:tr h="1835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9179" marR="9179" marT="9179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108,000.00</a:t>
                      </a:r>
                    </a:p>
                  </a:txBody>
                  <a:tcPr marL="9179" marR="9179" marT="9179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79" marR="9179" marT="9179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575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17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D73647-6ACE-3D3F-6F75-D465F31334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4205645"/>
              </p:ext>
            </p:extLst>
          </p:nvPr>
        </p:nvGraphicFramePr>
        <p:xfrm>
          <a:off x="3148013" y="1803400"/>
          <a:ext cx="5895975" cy="324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895753" imgH="3247829" progId="Excel.Sheet.12">
                  <p:embed/>
                </p:oleObj>
              </mc:Choice>
              <mc:Fallback>
                <p:oleObj name="Worksheet" r:id="rId2" imgW="5895753" imgH="324782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48013" y="1803400"/>
                        <a:ext cx="5895975" cy="3248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12856698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project>
  <id>6ols4iL1fZ9E032/+LCO1INLxSb9EyBkQ/iQJEy7/ZVW32n4JY86Ud1BDXKoetAN4vXLsPhLGu33xpvxnz9q1Cin7RFsUlRF-~Ze4qMSUKl7lkGSTEFAM3Qw==#@#10431902#@#8/10/2018 8:13:53 PM</id>
</project>
</file>

<file path=customXml/itemProps1.xml><?xml version="1.0" encoding="utf-8"?>
<ds:datastoreItem xmlns:ds="http://schemas.openxmlformats.org/officeDocument/2006/customXml" ds:itemID="{79E71E9D-B91E-470E-BD6C-F54C66690E6B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97</TotalTime>
  <Words>200</Words>
  <Application>Microsoft Office PowerPoint</Application>
  <PresentationFormat>Widescreen</PresentationFormat>
  <Paragraphs>126</Paragraphs>
  <Slides>7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 Narrow</vt:lpstr>
      <vt:lpstr>Corbel</vt:lpstr>
      <vt:lpstr>Basis</vt:lpstr>
      <vt:lpstr>Microsoft Excel Worksheet</vt:lpstr>
      <vt:lpstr>Ultimate Action Sports Gear</vt:lpstr>
      <vt:lpstr>Our Management Team</vt:lpstr>
      <vt:lpstr>PowerPoint Presentation</vt:lpstr>
      <vt:lpstr>PowerPoint Presentation</vt:lpstr>
      <vt:lpstr>Contact Us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GO! Series</dc:creator>
  <cp:lastModifiedBy>Tristen Weaver</cp:lastModifiedBy>
  <cp:revision>4</cp:revision>
  <dcterms:created xsi:type="dcterms:W3CDTF">2012-10-22T22:02:03Z</dcterms:created>
  <dcterms:modified xsi:type="dcterms:W3CDTF">2026-04-26T15:18:39Z</dcterms:modified>
</cp:coreProperties>
</file>