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ableStyles" Target="tableStyles.xml" Id="rId8" /><Relationship Type="http://schemas.openxmlformats.org/officeDocument/2006/relationships/slide" Target="slides/slide2.xml" Id="rId3" /><Relationship Type="http://schemas.openxmlformats.org/officeDocument/2006/relationships/theme" Target="theme/theme1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viewProps" Target="viewProps.xml" Id="rId6" /><Relationship Type="http://schemas.openxmlformats.org/officeDocument/2006/relationships/presProps" Target="presProps.xml" Id="rId5" /><Relationship Type="http://schemas.openxmlformats.org/officeDocument/2006/relationships/slide" Target="slides/slide3.xml" Id="rId4" /><Relationship Type="http://schemas.openxmlformats.org/officeDocument/2006/relationships/customXml" Target="/customXML/item.xml" Id="Rf2dbf2fcbf42487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21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76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27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4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5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6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3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0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7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773C267-62AC-4C46-94C8-9ECE4C379D12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9F13F0E-A978-48A5-8D2D-39F34D443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6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0n/uvjwm2p8vMHDYa3tTNvDTjp6XQ1j2uLriE+x2YoAj7p0U/Uqikp4rXe4LG3F9OOF8BmmZ4SI8wGF1dHSvRW523eE7LC4X-~bAIahPNt6AfAhQvig+/C5Q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UwowSi+FCJyoeEJbtJcfC4RwuQ5F0r9kPTZBLmsfsqr4pHuNnPGAk3/RVF26xiy1tebvmF3dxG3KVOJLSlYHzjuE8zIZVWKi-~wPBHxvcCrMUvvzXTbyRlcg=="/>
          <p:cNvSpPr>
            <a:spLocks noGrp="1"/>
          </p:cNvSpPr>
          <p:nvPr>
            <p:ph type="ctrTitle"/>
          </p:nvPr>
        </p:nvSpPr>
        <p:spPr>
          <a:xfrm>
            <a:off x="1574104" y="1375833"/>
            <a:ext cx="9043791" cy="1766633"/>
          </a:xfrm>
        </p:spPr>
        <p:txBody>
          <a:bodyPr>
            <a:normAutofit fontScale="90000"/>
          </a:bodyPr>
          <a:lstStyle/>
          <a:p>
            <a:r>
              <a:rPr lang="en-US" dirty="0"/>
              <a:t>Ultimate Action Sports Gear</a:t>
            </a:r>
          </a:p>
        </p:txBody>
      </p:sp>
    </p:spTree>
    <p:extLst>
      <p:ext uri="{BB962C8B-B14F-4D97-AF65-F5344CB8AC3E}">
        <p14:creationId xmlns:p14="http://schemas.microsoft.com/office/powerpoint/2010/main" val="205512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6AGUxKPqJgg40nfoCpzSCauDTaj+oOXwZHCs1T3xI3liCGViGNRgTNHtx36XKZHlvAvzgfm1uWQUNLJ4xayzb/eAj2uSpejU-~AY0zWqvYAHCpgWtrW+4sFA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t2gU5MHIJilOpfkvxgFPCUcxmx7ncsI5/gSLcYbAo+eevukAZOIokRWAZuI2OJHLqwqpjqFCqDz04DAEdvCXS2EHXEpfYB6-~hKGF6D0CXIHrVei1Kow/Sw==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Our Management Team</a:t>
            </a:r>
          </a:p>
        </p:txBody>
      </p:sp>
      <p:sp>
        <p:nvSpPr>
          <p:cNvPr id="3" name="Content Placeholder 2" descr="zR/sK2Oggwex42gmx3VaKJC8msg3MkuOHrk58478RR1iqo9hbL7J8BecB5nY0PiZn8eOvp4kJmYdA1VdeVhCOPErmG6Qyodh-~tWlKznIfObTAtC8Hl8YKRA=="/>
          <p:cNvSpPr>
            <a:spLocks noGrp="1"/>
          </p:cNvSpPr>
          <p:nvPr>
            <p:ph idx="1"/>
          </p:nvPr>
        </p:nvSpPr>
        <p:spPr>
          <a:xfrm>
            <a:off x="2656624" y="1759757"/>
            <a:ext cx="5598028" cy="3939585"/>
          </a:xfrm>
        </p:spPr>
        <p:txBody>
          <a:bodyPr>
            <a:noAutofit/>
          </a:bodyPr>
          <a:lstStyle/>
          <a:p>
            <a:r>
              <a:rPr lang="en-US" sz="3200" dirty="0"/>
              <a:t>Michael Dixon</a:t>
            </a:r>
          </a:p>
          <a:p>
            <a:pPr lvl="1"/>
            <a:r>
              <a:rPr lang="en-US" sz="2800" dirty="0"/>
              <a:t>President</a:t>
            </a:r>
          </a:p>
          <a:p>
            <a:r>
              <a:rPr lang="en-US" sz="3200" dirty="0"/>
              <a:t>Irene Shviktar</a:t>
            </a:r>
          </a:p>
          <a:p>
            <a:pPr lvl="1"/>
            <a:r>
              <a:rPr lang="en-US" sz="2800" dirty="0"/>
              <a:t>Vice President Marketing</a:t>
            </a:r>
          </a:p>
          <a:p>
            <a:r>
              <a:rPr lang="en-US" sz="3200" dirty="0"/>
              <a:t>Frank Osei</a:t>
            </a:r>
          </a:p>
          <a:p>
            <a:pPr lvl="1"/>
            <a:r>
              <a:rPr lang="en-US" sz="2800" dirty="0"/>
              <a:t>Vice President Finance</a:t>
            </a:r>
          </a:p>
        </p:txBody>
      </p:sp>
    </p:spTree>
    <p:extLst>
      <p:ext uri="{BB962C8B-B14F-4D97-AF65-F5344CB8AC3E}">
        <p14:creationId xmlns:p14="http://schemas.microsoft.com/office/powerpoint/2010/main" val="65334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wtwH6pRL6KlUwnPplBcL2u7pssqGFyXnmjVa/ZsjPwFhzgsotfL+CD8jYPUW/SrRvzYDvXxBR0acrq4mAQ/cw1xRwTEgHwoN-~ZfRpcLcbtq1o1JDC2EhGhQ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NcYhzZq2rgZZlkt3wYc1Jgw0ApTswVO+lpyeW77ajUCvOih4FK0Eey2kBiGTkWba3CI+hfZPFAyk4t8F0yPsl6xvY/r1acs/-~Knri7Zwg0SQe9VC+/aDq5g==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Contact Us</a:t>
            </a:r>
          </a:p>
        </p:txBody>
      </p:sp>
      <p:sp>
        <p:nvSpPr>
          <p:cNvPr id="3" name="Content Placeholder 2" descr="iGbcWMatB1SIb3vLdNTuIAC7IhH+Dg+c25o4o4nb4oTRm9yndptu/8wJBYwPbfSZobnrJtK4rBLUh+XRdTAyVcIl53CC3a1q-~/Nogwsfg13yoqGiZ+/3lkA=="/>
          <p:cNvSpPr>
            <a:spLocks noGrp="1"/>
          </p:cNvSpPr>
          <p:nvPr>
            <p:ph idx="1"/>
          </p:nvPr>
        </p:nvSpPr>
        <p:spPr>
          <a:xfrm>
            <a:off x="677511" y="2160590"/>
            <a:ext cx="8598907" cy="3000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1926 Quebec Street</a:t>
            </a:r>
          </a:p>
          <a:p>
            <a:pPr marL="0" indent="0" algn="ctr">
              <a:buNone/>
            </a:pPr>
            <a:r>
              <a:rPr lang="en-US" sz="3200" dirty="0"/>
              <a:t>Denver, CO 80207</a:t>
            </a:r>
          </a:p>
          <a:p>
            <a:pPr marL="0" indent="0" algn="ctr">
              <a:buNone/>
            </a:pPr>
            <a:r>
              <a:rPr lang="en-US" sz="3200" dirty="0"/>
              <a:t>(303) 555-0970</a:t>
            </a:r>
          </a:p>
          <a:p>
            <a:pPr marL="0" indent="0" algn="ctr">
              <a:buNone/>
            </a:pPr>
            <a:r>
              <a:rPr lang="en-US" sz="3200" dirty="0"/>
              <a:t>www.u-actionsports-g.com</a:t>
            </a:r>
          </a:p>
        </p:txBody>
      </p:sp>
    </p:spTree>
    <p:extLst>
      <p:ext uri="{BB962C8B-B14F-4D97-AF65-F5344CB8AC3E}">
        <p14:creationId xmlns:p14="http://schemas.microsoft.com/office/powerpoint/2010/main" val="140463471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.xml" Id="R8188204bb0024ad0" /></Relationships>
</file>

<file path=customXML/item.xml><?xml version="1.0" encoding="utf-8"?>
<project>
  <id>6ols4iL1fZ9E032/+LCO1INLxSb9EyBkQ/iQJEy7/ZVW32n4JY86Ud1BDXKoetAN4vXLsPhLGu33xpvxnz9q1Cin7RFsUlRF-~Ze4qMSUKl7lkGSTEFAM3Qw==#@#10431902#@#8/10/2018 8:13:53 PM</id>
</project>
</file>

<file path=customXML/itemProps.xml><?xml version="1.0" encoding="utf-8"?>
<ds:datastoreItem xmlns:ds="http://schemas.openxmlformats.org/officedocument/2006/2/customXml" ds:itemID="{C66AC4F1-97D3-4D10-8D07-51E6CC79AD91}">
  <ds:schemaRefs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5</TotalTime>
  <Words>38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Corbel</vt:lpstr>
      <vt:lpstr>Basis</vt:lpstr>
      <vt:lpstr>Ultimate Action Sports Gear</vt:lpstr>
      <vt:lpstr>Our Management Team</vt:lpstr>
      <vt:lpstr>Contact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GO! Series</dc:creator>
  <cp:lastModifiedBy>Shelley Gaskin</cp:lastModifiedBy>
  <cp:revision>3</cp:revision>
  <dcterms:created xsi:type="dcterms:W3CDTF">2012-10-22T22:02:03Z</dcterms:created>
  <dcterms:modified xsi:type="dcterms:W3CDTF">2018-08-10T20:13:53Z</dcterms:modified>
</cp:coreProperties>
</file>